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notesMasterIdLst>
    <p:notesMasterId r:id="rId24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dt" idx="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3804DF5-F5E8-4C56-AD81-1B58412C735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322C0F-0E55-42B3-A2A1-AEC39225E672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D5626E-142D-4B85-9018-8D8F29EFF0C0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dibaca: baik/tidak saja, jika ada masalah dibacakan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KESIMPULAN…. ada kegawatan/tidak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861B06-ADE9-4CA4-A09B-FFDB9CF3E224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67151E-FFD6-4F44-BF3A-0217B46D9CB4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384120" y="685800"/>
            <a:ext cx="6082920" cy="34225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Calibri"/>
                <a:ea typeface="Calibri"/>
              </a:rPr>
              <a:t>tulispoin-poinpenting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D6FD57-9B89-4663-A648-AF3FA214C9CE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163605-FE36-43E8-9675-C4A9AAEEB1D3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dibacakan kesannya saja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E08B11-89D5-4AAC-9F00-D42611E6635A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9AD4A46-E372-4DF9-AB38-E6958C9DA74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2304F2-6A6E-4F8F-9F12-A31F01D8719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13814B-174F-41AD-BAEB-B5F485A6C89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3B6C051-43F0-4A00-9E2E-5124DF9AAA6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ED7FF3-9E03-41F0-929A-7D184242260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679CA-C318-44F8-BB97-13C69688045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CD234B1-9BE5-4DD2-83A5-20874F4EDDA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6F9B553-C682-4BFA-B343-8C17AC7B29F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21C890-F403-4C7E-93C0-59D7060266A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223EDB9-E933-47AD-9953-6B9A72D2330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DB903E-4AB9-4CB5-971D-900274A1707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3631244-EAB5-425C-82A7-9D5AD5C624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000B2AC-51C6-4EE6-8E24-E685E9D1E4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1DFE154-7482-407D-8ED8-6B76D2EB2F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5A2724C-322A-4281-A29D-A1161EC3F6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880A838-E178-4113-9B66-0A1E8E131F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CF83ECF-0153-46DC-80C0-8A03DE82A7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2AE3C6C-9BA7-4D5B-A0A3-8A3F95FD82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8CB3A1F-CD61-4719-B4E9-1B21CBA826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CC7B1DF-3D06-4126-952D-BED4B67E9D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43DE869-62AB-4C6F-B6F1-FCCA72DF46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E247102-8C6C-4BED-BC1E-5942AEE9E2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DCCABE-3C80-407F-AA80-0E0BAF8FE3F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B655E5-03D3-444C-A3BB-4229B924E1D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482483-14AC-42FC-9FB3-94805A6A44B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CFEF51-06D0-46A8-AB8D-15E5442FB88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21FF44-F00F-424C-9221-E3DBDD4B78E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A51307-5F2E-4CBB-8783-C7CEDB0FD86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C6A835-5659-4297-9B31-3F22CA9E906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8AB901-9EF3-44B4-AF7B-FBAF1FCA440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30EC90-04C7-405A-B32B-221906BADAA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88F62-33FE-45D9-80A3-43646F6FF90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0D1C2E-E8FD-4E08-B671-29473038460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7" name="Google Shape;58;p14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482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Google Shape;59;p14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0AEC8C-2C33-4278-8F8D-B949821B0315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3" name="Google Shape;65;p14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 rot="5400000">
            <a:off x="2904840" y="-421560"/>
            <a:ext cx="3017160" cy="72896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3704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6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7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2DE9D96-5BE0-4230-BA02-ED3C3CCBF630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 rot="5400000">
            <a:off x="5500800" y="1614600"/>
            <a:ext cx="4057560" cy="1971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68400" bIns="684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 rot="5400000">
            <a:off x="1557360" y="-242640"/>
            <a:ext cx="4057560" cy="56862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8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9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0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4080098-2C37-400C-A75B-88D9220BE4A9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9" name="Google Shape;133;p24"/>
          <p:cNvCxnSpPr/>
          <p:nvPr/>
        </p:nvCxnSpPr>
        <p:spPr>
          <a:xfrm flipV="1">
            <a:off x="7543800" y="4428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1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A94C0B7-7DE9-4163-85A2-51684B60BC24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4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5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6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1327EE-F64D-4E77-A485-AA5FF581B666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9" name="Google Shape;80;p17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d9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81;p17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27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 idx="28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29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6B2456-1C4E-4DAC-9AB9-3BB128311D42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6" name="Google Shape;87;p17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6824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76824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49316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49316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 idx="30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 idx="31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32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C1434A-A452-4136-B6FF-C5CD70C7BF6B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33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34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5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978AF6D-57AB-4F5C-9D80-963CB845B2AA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3" name="PlaceHolder 1"/>
          <p:cNvSpPr>
            <a:spLocks noGrp="1"/>
          </p:cNvSpPr>
          <p:nvPr>
            <p:ph type="dt" idx="36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37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8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0B8F23-1851-4BDB-9D1C-1F8BBC4250B2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68240" y="353520"/>
            <a:ext cx="3291480" cy="1302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286160" y="617400"/>
            <a:ext cx="4258440" cy="3888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768240" y="1693080"/>
            <a:ext cx="3291480" cy="28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7422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9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40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41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1841086-2203-42DE-8B7D-F40BA102726E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1480" cy="3428640"/>
          </a:xfrm>
          <a:prstGeom prst="rect">
            <a:avLst/>
          </a:prstGeom>
          <a:solidFill>
            <a:srgbClr val="76ceef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4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4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4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49544A-1D68-423E-A2EC-AB562C1031D8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20" name="Google Shape;120;p22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26200" y="1787040"/>
            <a:ext cx="7576920" cy="1102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45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LAPORAN JAGA IGD</a:t>
            </a:r>
            <a:br>
              <a:rPr sz="4500"/>
            </a:b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HARI, TANGGAL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501480" y="3567600"/>
            <a:ext cx="6879600" cy="13143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Tim mahasiswa jaga: ……….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Fasilitator Laporan Jaga: dr………..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DPJP Jaga: dr. …………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142;p25" descr="Makara-ui-fk.png"/>
          <p:cNvPicPr/>
          <p:nvPr/>
        </p:nvPicPr>
        <p:blipFill>
          <a:blip r:embed="rId1"/>
          <a:stretch/>
        </p:blipFill>
        <p:spPr>
          <a:xfrm>
            <a:off x="6543720" y="3592080"/>
            <a:ext cx="959400" cy="128952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143;p25"/>
          <p:cNvSpPr/>
          <p:nvPr/>
        </p:nvSpPr>
        <p:spPr>
          <a:xfrm>
            <a:off x="183600" y="-551160"/>
            <a:ext cx="1382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7543800" y="3657960"/>
            <a:ext cx="1077120" cy="93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59440" y="96480"/>
            <a:ext cx="8017560" cy="92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PASIEN BARU:  ……. PASIEN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Google Shape;150;p26"/>
          <p:cNvGraphicFramePr/>
          <p:nvPr/>
        </p:nvGraphicFramePr>
        <p:xfrm>
          <a:off x="348840" y="1018080"/>
          <a:ext cx="8228160" cy="2796120"/>
        </p:xfrm>
        <a:graphic>
          <a:graphicData uri="http://schemas.openxmlformats.org/drawingml/2006/table">
            <a:tbl>
              <a:tblPr/>
              <a:tblGrid>
                <a:gridCol w="515160"/>
                <a:gridCol w="1722600"/>
                <a:gridCol w="4509360"/>
                <a:gridCol w="1480320"/>
              </a:tblGrid>
              <a:tr h="237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No.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.Nama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Diagnosis 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Kegawatan (True/False)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506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1. 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Inisial/jenis kelamin/usia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62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4.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784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IDENTITAS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70520" y="1353600"/>
            <a:ext cx="4832640" cy="2537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14480">
              <a:lnSpc>
                <a:spcPct val="8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Nama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Usia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Tanggal lahir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Jenis kelamin 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NRM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Alamat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  <p:sp>
        <p:nvSpPr>
          <p:cNvPr id="137" name="Google Shape;158;p27"/>
          <p:cNvSpPr/>
          <p:nvPr/>
        </p:nvSpPr>
        <p:spPr>
          <a:xfrm>
            <a:off x="354960" y="3890880"/>
            <a:ext cx="7805520" cy="922680"/>
          </a:xfrm>
          <a:prstGeom prst="roundRect">
            <a:avLst>
              <a:gd name="adj" fmla="val 16667"/>
            </a:avLst>
          </a:prstGeom>
          <a:solidFill>
            <a:srgbClr val="d0eef9"/>
          </a:solidFill>
          <a:ln w="15875">
            <a:solidFill>
              <a:srgbClr val="147e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Keluhan utama: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PEDIATRIC ASSESSMENT TRIANGLE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68240" y="132192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marL="63360" indent="-1270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Behaviour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300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Tonus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Interactiveness`</a:t>
            </a: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Consolability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Look or gaze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Speech and cry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63360" indent="-127080">
              <a:lnSpc>
                <a:spcPct val="90000"/>
              </a:lnSpc>
              <a:spcBef>
                <a:spcPts val="1199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Body Colour</a:t>
            </a:r>
            <a:r>
              <a:rPr b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66;p28"/>
          <p:cNvSpPr/>
          <p:nvPr/>
        </p:nvSpPr>
        <p:spPr>
          <a:xfrm>
            <a:off x="347760" y="4375800"/>
            <a:ext cx="8448120" cy="6231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Tidak terdapat kegawatdaruratan/kegawatan respirasi/kegawatan sirkulasi/kegawatan neurologi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PRIMARY SURVEY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68240" y="136476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93486"/>
          </a:bodyPr>
          <a:p>
            <a:pPr marL="63360" indent="-1144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Airway</a:t>
            </a: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Circulation</a:t>
            </a: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Disability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Exposure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Allergy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498680" indent="-12708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Medication history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Past illness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Last meal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Events leading to admission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74;p29"/>
          <p:cNvSpPr/>
          <p:nvPr/>
        </p:nvSpPr>
        <p:spPr>
          <a:xfrm>
            <a:off x="228960" y="4565520"/>
            <a:ext cx="8686440" cy="34488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………..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99840" y="336240"/>
            <a:ext cx="8229240" cy="659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br>
              <a:rPr sz="3800"/>
            </a:br>
            <a:r>
              <a:rPr b="0" i="1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SECONDARY SURVEY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RIWAYAT PENYAKIT SEKARANG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86;p31"/>
          <p:cNvGrpSpPr/>
          <p:nvPr/>
        </p:nvGrpSpPr>
        <p:grpSpPr>
          <a:xfrm>
            <a:off x="721440" y="145440"/>
            <a:ext cx="7969320" cy="4824720"/>
            <a:chOff x="721440" y="145440"/>
            <a:chExt cx="7969320" cy="4824720"/>
          </a:xfrm>
        </p:grpSpPr>
        <p:sp>
          <p:nvSpPr>
            <p:cNvPr id="146" name="Google Shape;187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3b88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Google Shape;188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3860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0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 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Google Shape;189;p31"/>
            <p:cNvSpPr/>
            <p:nvPr/>
          </p:nvSpPr>
          <p:spPr>
            <a:xfrm>
              <a:off x="1119600" y="14544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Google Shape;190;p31"/>
            <p:cNvSpPr/>
            <p:nvPr/>
          </p:nvSpPr>
          <p:spPr>
            <a:xfrm>
              <a:off x="1162800" y="18864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dahulu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Google Shape;191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c96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Google Shape;192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Google Shape;193;p31"/>
            <p:cNvSpPr/>
            <p:nvPr/>
          </p:nvSpPr>
          <p:spPr>
            <a:xfrm>
              <a:off x="1119600" y="178992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4c9679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Google Shape;194;p31"/>
            <p:cNvSpPr/>
            <p:nvPr/>
          </p:nvSpPr>
          <p:spPr>
            <a:xfrm>
              <a:off x="1162800" y="183312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keluarga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Google Shape;195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60a2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196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1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Google Shape;197;p31"/>
            <p:cNvSpPr/>
            <p:nvPr/>
          </p:nvSpPr>
          <p:spPr>
            <a:xfrm>
              <a:off x="1119600" y="348120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60a29e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Google Shape;198;p31"/>
            <p:cNvSpPr/>
            <p:nvPr/>
          </p:nvSpPr>
          <p:spPr>
            <a:xfrm>
              <a:off x="1162800" y="352476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Kehamilan &amp; Kelahiran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04;p32"/>
          <p:cNvGrpSpPr/>
          <p:nvPr/>
        </p:nvGrpSpPr>
        <p:grpSpPr>
          <a:xfrm>
            <a:off x="757080" y="325800"/>
            <a:ext cx="7515000" cy="4471200"/>
            <a:chOff x="757080" y="325800"/>
            <a:chExt cx="7515000" cy="4471200"/>
          </a:xfrm>
        </p:grpSpPr>
        <p:sp>
          <p:nvSpPr>
            <p:cNvPr id="159" name="Google Shape;205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383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Google Shape;206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Google Shape;207;p32"/>
            <p:cNvSpPr/>
            <p:nvPr/>
          </p:nvSpPr>
          <p:spPr>
            <a:xfrm>
              <a:off x="1132920" y="32580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Google Shape;208;p32"/>
            <p:cNvSpPr/>
            <p:nvPr/>
          </p:nvSpPr>
          <p:spPr>
            <a:xfrm>
              <a:off x="1173960" y="36720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7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Imunisasi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Google Shape;209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4ce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Google Shape;210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Google Shape;211;p32"/>
            <p:cNvSpPr/>
            <p:nvPr/>
          </p:nvSpPr>
          <p:spPr>
            <a:xfrm>
              <a:off x="1132920" y="1888200"/>
              <a:ext cx="5329800" cy="779760"/>
            </a:xfrm>
            <a:prstGeom prst="roundRect">
              <a:avLst>
                <a:gd name="adj" fmla="val 16667"/>
              </a:avLst>
            </a:prstGeom>
            <a:solidFill>
              <a:srgbClr val="24ced7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Google Shape;212;p32"/>
            <p:cNvSpPr/>
            <p:nvPr/>
          </p:nvSpPr>
          <p:spPr>
            <a:xfrm>
              <a:off x="1171080" y="1926000"/>
              <a:ext cx="525348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Nutrisi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Google Shape;213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2ba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Google Shape;214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Google Shape;215;p32"/>
            <p:cNvSpPr/>
            <p:nvPr/>
          </p:nvSpPr>
          <p:spPr>
            <a:xfrm>
              <a:off x="1132920" y="338904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Google Shape;216;p32"/>
            <p:cNvSpPr/>
            <p:nvPr/>
          </p:nvSpPr>
          <p:spPr>
            <a:xfrm>
              <a:off x="1173960" y="343008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8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sosioekonomi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958840" y="318600"/>
            <a:ext cx="3617640" cy="524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62347"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STATUS ANTROPOMETRI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14440" y="843120"/>
            <a:ext cx="7658280" cy="3477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522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kg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BB/TB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Height age:  tahun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RDA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    kkal/hari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23;p33"/>
          <p:cNvSpPr/>
          <p:nvPr/>
        </p:nvSpPr>
        <p:spPr>
          <a:xfrm>
            <a:off x="1938960" y="4290840"/>
            <a:ext cx="5657760" cy="4568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>
            <a:solidFill>
              <a:srgbClr val="27ce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 : Gizi ……. perawakan ……..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FISIS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29;p34"/>
          <p:cNvSpPr/>
          <p:nvPr/>
        </p:nvSpPr>
        <p:spPr>
          <a:xfrm>
            <a:off x="457200" y="141444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Keadaan Umum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30;p34"/>
          <p:cNvSpPr/>
          <p:nvPr/>
        </p:nvSpPr>
        <p:spPr>
          <a:xfrm>
            <a:off x="461520" y="1915920"/>
            <a:ext cx="8304480" cy="3423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Kesadaran ……..(GCS ……..)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31;p34"/>
          <p:cNvSpPr/>
          <p:nvPr/>
        </p:nvSpPr>
        <p:spPr>
          <a:xfrm>
            <a:off x="457200" y="248256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Tanda Vital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32;p34"/>
          <p:cNvSpPr/>
          <p:nvPr/>
        </p:nvSpPr>
        <p:spPr>
          <a:xfrm>
            <a:off x="461520" y="3002040"/>
            <a:ext cx="8304480" cy="143964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Tekanan darah: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nadi: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napas: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Suhu: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SpO2: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237;p35"/>
          <p:cNvGraphicFramePr/>
          <p:nvPr/>
        </p:nvGraphicFramePr>
        <p:xfrm>
          <a:off x="293760" y="203760"/>
          <a:ext cx="8568360" cy="4693320"/>
        </p:xfrm>
        <a:graphic>
          <a:graphicData uri="http://schemas.openxmlformats.org/drawingml/2006/table">
            <a:tbl>
              <a:tblPr/>
              <a:tblGrid>
                <a:gridCol w="1395360"/>
                <a:gridCol w="7173000"/>
              </a:tblGrid>
              <a:tr h="328320"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40248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Leher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0004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1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39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171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45396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208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Kulit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 (ICD 10…..)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PENUNJANG 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(LABORATORIUM, RADIOLOGI)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.(ICD 10 …………)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TERIMA KASIH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2026-10-05T22:09:38Z</dcterms:modified>
  <cp:revision>3</cp:revision>
  <dc:subject/>
  <dc:title/>
</cp:coreProperties>
</file>