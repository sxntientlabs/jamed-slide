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media/image4.png" ContentType="image/png"/>
  <Override PartName="/ppt/media/image5.jpeg" ContentType="image/jpeg"/>
  <Override PartName="/ppt/media/image6.jpeg" ContentType="image/jpeg"/>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F1BB3ED-5BA0-4E02-824D-24FE444ABDB3}"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A547CD38-F8EE-4098-B9F9-4FA773E1467B}"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15" name="PlaceHolder 1"/>
          <p:cNvSpPr>
            <a:spLocks noGrp="1"/>
          </p:cNvSpPr>
          <p:nvPr>
            <p:ph type="title"/>
          </p:nvPr>
        </p:nvSpPr>
        <p:spPr>
          <a:xfrm>
            <a:off x="623880" y="1765800"/>
            <a:ext cx="4291560" cy="13471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 name="PlaceHolder 2"/>
          <p:cNvSpPr>
            <a:spLocks noGrp="1"/>
          </p:cNvSpPr>
          <p:nvPr>
            <p:ph/>
          </p:nvPr>
        </p:nvSpPr>
        <p:spPr>
          <a:xfrm>
            <a:off x="628560" y="3603960"/>
            <a:ext cx="6906240" cy="69912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A27A2AC-F617-4011-8001-EE00B111861F}" type="slidenum">
              <a:t>&lt;#&gt;</a:t>
            </a:fld>
          </a:p>
        </p:txBody>
      </p:sp>
      <p:sp>
        <p:nvSpPr>
          <p:cNvPr id="6" name="PlaceHolder 5"/>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Google Shape;6;p20" hidden="1"/>
          <p:cNvSpPr/>
          <p:nvPr/>
        </p:nvSpPr>
        <p:spPr>
          <a:xfrm>
            <a:off x="6895080" y="24840"/>
            <a:ext cx="2057040" cy="273600"/>
          </a:xfrm>
          <a:prstGeom prst="rect">
            <a:avLst/>
          </a:prstGeom>
          <a:noFill/>
          <a:ln w="0">
            <a:noFill/>
          </a:ln>
        </p:spPr>
        <p:style>
          <a:lnRef idx="0"/>
          <a:fillRef idx="0"/>
          <a:effectRef idx="0"/>
          <a:fontRef idx="minor"/>
        </p:style>
        <p:txBody>
          <a:bodyPr lIns="68400" rIns="68400" tIns="34200" bIns="34200" anchor="ctr">
            <a:noAutofit/>
          </a:bodyPr>
          <a:p>
            <a:pPr algn="r">
              <a:lnSpc>
                <a:spcPct val="100000"/>
              </a:lnSpc>
              <a:tabLst>
                <a:tab algn="l" pos="0"/>
              </a:tabLst>
            </a:pPr>
            <a:r>
              <a:rPr b="0" lang="en" sz="900" spc="-1" strike="noStrike">
                <a:solidFill>
                  <a:srgbClr val="898989"/>
                </a:solidFill>
                <a:latin typeface="Calibri"/>
                <a:ea typeface="Calibri"/>
              </a:rPr>
              <a:t>*</a:t>
            </a:r>
            <a:endParaRPr b="0" lang="en-US" sz="900" spc="-1" strike="noStrike">
              <a:solidFill>
                <a:srgbClr val="000000"/>
              </a:solidFill>
              <a:latin typeface="Arial"/>
            </a:endParaRPr>
          </a:p>
        </p:txBody>
      </p:sp>
      <p:sp>
        <p:nvSpPr>
          <p:cNvPr id="1" name="PlaceHolder 1"/>
          <p:cNvSpPr>
            <a:spLocks noGrp="1"/>
          </p:cNvSpPr>
          <p:nvPr>
            <p:ph type="title"/>
          </p:nvPr>
        </p:nvSpPr>
        <p:spPr>
          <a:xfrm>
            <a:off x="623880" y="1765800"/>
            <a:ext cx="4291560" cy="1347120"/>
          </a:xfrm>
          <a:prstGeom prst="rect">
            <a:avLst/>
          </a:prstGeom>
          <a:noFill/>
          <a:ln w="0">
            <a:noFill/>
          </a:ln>
        </p:spPr>
        <p:txBody>
          <a:bodyPr lIns="68400" rIns="68400" tIns="34200" bIns="34200" anchor="b">
            <a:normAutofit/>
          </a:bodyPr>
          <a:p>
            <a:pPr indent="0">
              <a:buNone/>
            </a:pPr>
            <a:r>
              <a:rPr b="0" lang="en-US" sz="3300" spc="-1" strike="noStrike">
                <a:solidFill>
                  <a:srgbClr val="000000"/>
                </a:solidFill>
                <a:latin typeface="Arial"/>
              </a:rPr>
              <a:t>Click to edit the title text </a:t>
            </a:r>
            <a:r>
              <a:rPr b="0" lang="en-US" sz="3300" spc="-1" strike="noStrike">
                <a:solidFill>
                  <a:srgbClr val="000000"/>
                </a:solidFill>
                <a:latin typeface="Arial"/>
              </a:rPr>
              <a:t>format</a:t>
            </a:r>
            <a:endParaRPr b="0" lang="en-US" sz="3300" spc="-1" strike="noStrike">
              <a:solidFill>
                <a:srgbClr val="000000"/>
              </a:solidFill>
              <a:latin typeface="Arial"/>
            </a:endParaRPr>
          </a:p>
        </p:txBody>
      </p:sp>
      <p:sp>
        <p:nvSpPr>
          <p:cNvPr id="2" name="PlaceHolder 2"/>
          <p:cNvSpPr>
            <a:spLocks noGrp="1"/>
          </p:cNvSpPr>
          <p:nvPr>
            <p:ph type="body"/>
          </p:nvPr>
        </p:nvSpPr>
        <p:spPr>
          <a:xfrm>
            <a:off x="628560" y="3603960"/>
            <a:ext cx="6906240" cy="699120"/>
          </a:xfrm>
          <a:prstGeom prst="rect">
            <a:avLst/>
          </a:prstGeom>
          <a:noFill/>
          <a:ln w="0">
            <a:noFill/>
          </a:ln>
        </p:spPr>
        <p:txBody>
          <a:bodyPr lIns="68400" rIns="68400" tIns="34200" bIns="34200" anchor="t">
            <a:no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a:t>
            </a:r>
            <a:r>
              <a:rPr b="0" lang="en-US" sz="1800" spc="-1" strike="noStrike">
                <a:solidFill>
                  <a:srgbClr val="000000"/>
                </a:solidFill>
                <a:latin typeface="Arial"/>
              </a:rPr>
              <a:t>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a:t>
            </a:r>
            <a:r>
              <a:rPr b="0" lang="en-US" sz="1800" spc="-1" strike="noStrike">
                <a:solidFill>
                  <a:srgbClr val="000000"/>
                </a:solidFill>
                <a:latin typeface="Arial"/>
              </a:rPr>
              <a:t>Outline </a:t>
            </a:r>
            <a:r>
              <a:rPr b="0" lang="en-US" sz="1800" spc="-1" strike="noStrike">
                <a:solidFill>
                  <a:srgbClr val="000000"/>
                </a:solidFill>
                <a:latin typeface="Arial"/>
              </a:rPr>
              <a:t>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a:t>
            </a:r>
            <a:r>
              <a:rPr b="0" lang="en-US" sz="1800" spc="-1" strike="noStrike">
                <a:solidFill>
                  <a:srgbClr val="000000"/>
                </a:solidFill>
                <a:latin typeface="Arial"/>
              </a:rPr>
              <a:t>h </a:t>
            </a:r>
            <a:r>
              <a:rPr b="0" lang="en-US" sz="1800" spc="-1" strike="noStrike">
                <a:solidFill>
                  <a:srgbClr val="000000"/>
                </a:solidFill>
                <a:latin typeface="Arial"/>
              </a:rPr>
              <a:t>Outline </a:t>
            </a:r>
            <a:r>
              <a:rPr b="0" lang="en-US" sz="1800" spc="-1" strike="noStrike">
                <a:solidFill>
                  <a:srgbClr val="000000"/>
                </a:solidFill>
                <a:latin typeface="Arial"/>
              </a:rPr>
              <a:t>Level</a:t>
            </a:r>
            <a:endParaRPr b="0" lang="en-US" sz="1800" spc="-1" strike="noStrike">
              <a:solidFill>
                <a:srgbClr val="000000"/>
              </a:solidFill>
              <a:latin typeface="Arial"/>
            </a:endParaRPr>
          </a:p>
        </p:txBody>
      </p:sp>
      <p:sp>
        <p:nvSpPr>
          <p:cNvPr id="3" name="PlaceHolder 3"/>
          <p:cNvSpPr>
            <a:spLocks noGrp="1"/>
          </p:cNvSpPr>
          <p:nvPr>
            <p:ph type="sldNum" idx="1"/>
          </p:nvPr>
        </p:nvSpPr>
        <p:spPr>
          <a:xfrm>
            <a:off x="128520" y="4760280"/>
            <a:ext cx="342720" cy="27360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 sz="800" spc="-1" strike="noStrike">
                <a:solidFill>
                  <a:schemeClr val="lt1"/>
                </a:solidFill>
                <a:latin typeface="Calibri"/>
                <a:ea typeface="Calibri"/>
              </a:defRPr>
            </a:lvl1pPr>
          </a:lstStyle>
          <a:p>
            <a:pPr indent="0" algn="ctr">
              <a:lnSpc>
                <a:spcPct val="100000"/>
              </a:lnSpc>
              <a:buNone/>
              <a:tabLst>
                <a:tab algn="l" pos="0"/>
              </a:tabLst>
            </a:pPr>
            <a:fld id="{464E847F-F99A-4416-B8DB-827CF3F11B0E}" type="slidenum">
              <a:rPr b="0" lang="en" sz="800" spc="-1" strike="noStrike">
                <a:solidFill>
                  <a:schemeClr val="lt1"/>
                </a:solidFill>
                <a:latin typeface="Calibri"/>
                <a:ea typeface="Calibri"/>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 name="Google Shape;15;p22" hidden="1"/>
          <p:cNvSpPr/>
          <p:nvPr/>
        </p:nvSpPr>
        <p:spPr>
          <a:xfrm>
            <a:off x="6895080" y="24840"/>
            <a:ext cx="2057040" cy="273600"/>
          </a:xfrm>
          <a:prstGeom prst="rect">
            <a:avLst/>
          </a:prstGeom>
          <a:noFill/>
          <a:ln w="0">
            <a:noFill/>
          </a:ln>
        </p:spPr>
        <p:style>
          <a:lnRef idx="0"/>
          <a:fillRef idx="0"/>
          <a:effectRef idx="0"/>
          <a:fontRef idx="minor"/>
        </p:style>
        <p:txBody>
          <a:bodyPr lIns="68400" rIns="68400" tIns="34200" bIns="34200" anchor="ctr">
            <a:noAutofit/>
          </a:bodyPr>
          <a:p>
            <a:pPr algn="r">
              <a:lnSpc>
                <a:spcPct val="100000"/>
              </a:lnSpc>
              <a:tabLst>
                <a:tab algn="l" pos="0"/>
              </a:tabLst>
            </a:pPr>
            <a:r>
              <a:rPr b="0" lang="en" sz="900" spc="-1" strike="noStrike">
                <a:solidFill>
                  <a:srgbClr val="898989"/>
                </a:solidFill>
                <a:latin typeface="Calibri"/>
                <a:ea typeface="Calibri"/>
              </a:rPr>
              <a:t>*</a:t>
            </a:r>
            <a:endParaRPr b="0" lang="en-US" sz="900" spc="-1" strike="noStrike">
              <a:solidFill>
                <a:srgbClr val="000000"/>
              </a:solidFill>
              <a:latin typeface="Arial"/>
            </a:endParaRPr>
          </a:p>
        </p:txBody>
      </p:sp>
      <p:sp>
        <p:nvSpPr>
          <p:cNvPr id="5" name="PlaceHolder 1"/>
          <p:cNvSpPr>
            <a:spLocks noGrp="1"/>
          </p:cNvSpPr>
          <p:nvPr>
            <p:ph type="body"/>
          </p:nvPr>
        </p:nvSpPr>
        <p:spPr>
          <a:xfrm>
            <a:off x="628560" y="1369080"/>
            <a:ext cx="3885840" cy="3263040"/>
          </a:xfrm>
          <a:prstGeom prst="rect">
            <a:avLst/>
          </a:prstGeom>
          <a:noFill/>
          <a:ln w="0">
            <a:noFill/>
          </a:ln>
        </p:spPr>
        <p:txBody>
          <a:bodyPr lIns="68400" rIns="68400" tIns="34200" bIns="34200" anchor="t">
            <a:noAutofit/>
          </a:bodyPr>
          <a:p>
            <a:pPr marL="432000" indent="-324000">
              <a:spcBef>
                <a:spcPts val="1417"/>
              </a:spcBef>
              <a:buClr>
                <a:srgbClr val="000000"/>
              </a:buClr>
              <a:buSzPct val="45000"/>
              <a:buFont typeface="Wingdings" charset="2"/>
              <a:buChar char=""/>
            </a:pPr>
            <a:r>
              <a:rPr b="0" lang="en-US" sz="2100" spc="-1" strike="noStrike">
                <a:solidFill>
                  <a:srgbClr val="000000"/>
                </a:solidFill>
                <a:latin typeface="Arial"/>
              </a:rPr>
              <a:t>Click to edit the outline text </a:t>
            </a:r>
            <a:r>
              <a:rPr b="0" lang="en-US" sz="2100" spc="-1" strike="noStrike">
                <a:solidFill>
                  <a:srgbClr val="000000"/>
                </a:solidFill>
                <a:latin typeface="Arial"/>
              </a:rPr>
              <a:t>format</a:t>
            </a:r>
            <a:endParaRPr b="0" lang="en-US" sz="21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100" spc="-1" strike="noStrike">
                <a:solidFill>
                  <a:srgbClr val="000000"/>
                </a:solidFill>
                <a:latin typeface="Arial"/>
              </a:rPr>
              <a:t>Second Outline Level</a:t>
            </a:r>
            <a:endParaRPr b="0" lang="en-US" sz="21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100" spc="-1" strike="noStrike">
                <a:solidFill>
                  <a:srgbClr val="000000"/>
                </a:solidFill>
                <a:latin typeface="Arial"/>
              </a:rPr>
              <a:t>Third Outline Level</a:t>
            </a:r>
            <a:endParaRPr b="0" lang="en-US" sz="21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100" spc="-1" strike="noStrike">
                <a:solidFill>
                  <a:srgbClr val="000000"/>
                </a:solidFill>
                <a:latin typeface="Arial"/>
              </a:rPr>
              <a:t>Fourth Outline </a:t>
            </a:r>
            <a:r>
              <a:rPr b="0" lang="en-US" sz="2100" spc="-1" strike="noStrike">
                <a:solidFill>
                  <a:srgbClr val="000000"/>
                </a:solidFill>
                <a:latin typeface="Arial"/>
              </a:rPr>
              <a:t>Level</a:t>
            </a:r>
            <a:endParaRPr b="0" lang="en-US" sz="21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100" spc="-1" strike="noStrike">
                <a:solidFill>
                  <a:srgbClr val="000000"/>
                </a:solidFill>
                <a:latin typeface="Arial"/>
              </a:rPr>
              <a:t>Fifth Outline </a:t>
            </a:r>
            <a:r>
              <a:rPr b="0" lang="en-US" sz="2100" spc="-1" strike="noStrike">
                <a:solidFill>
                  <a:srgbClr val="000000"/>
                </a:solidFill>
                <a:latin typeface="Arial"/>
              </a:rPr>
              <a:t>Level</a:t>
            </a:r>
            <a:endParaRPr b="0" lang="en-US" sz="21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100" spc="-1" strike="noStrike">
                <a:solidFill>
                  <a:srgbClr val="000000"/>
                </a:solidFill>
                <a:latin typeface="Arial"/>
              </a:rPr>
              <a:t>Sixth </a:t>
            </a:r>
            <a:r>
              <a:rPr b="0" lang="en-US" sz="2100" spc="-1" strike="noStrike">
                <a:solidFill>
                  <a:srgbClr val="000000"/>
                </a:solidFill>
                <a:latin typeface="Arial"/>
              </a:rPr>
              <a:t>Outline </a:t>
            </a:r>
            <a:r>
              <a:rPr b="0" lang="en-US" sz="2100" spc="-1" strike="noStrike">
                <a:solidFill>
                  <a:srgbClr val="000000"/>
                </a:solidFill>
                <a:latin typeface="Arial"/>
              </a:rPr>
              <a:t>Level</a:t>
            </a:r>
            <a:endParaRPr b="0" lang="en-US" sz="21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100" spc="-1" strike="noStrike">
                <a:solidFill>
                  <a:srgbClr val="000000"/>
                </a:solidFill>
                <a:latin typeface="Arial"/>
              </a:rPr>
              <a:t>Seve</a:t>
            </a:r>
            <a:r>
              <a:rPr b="0" lang="en-US" sz="2100" spc="-1" strike="noStrike">
                <a:solidFill>
                  <a:srgbClr val="000000"/>
                </a:solidFill>
                <a:latin typeface="Arial"/>
              </a:rPr>
              <a:t>nth </a:t>
            </a:r>
            <a:r>
              <a:rPr b="0" lang="en-US" sz="2100" spc="-1" strike="noStrike">
                <a:solidFill>
                  <a:srgbClr val="000000"/>
                </a:solidFill>
                <a:latin typeface="Arial"/>
              </a:rPr>
              <a:t>Outlin</a:t>
            </a:r>
            <a:r>
              <a:rPr b="0" lang="en-US" sz="2100" spc="-1" strike="noStrike">
                <a:solidFill>
                  <a:srgbClr val="000000"/>
                </a:solidFill>
                <a:latin typeface="Arial"/>
              </a:rPr>
              <a:t>e </a:t>
            </a:r>
            <a:r>
              <a:rPr b="0" lang="en-US" sz="2100" spc="-1" strike="noStrike">
                <a:solidFill>
                  <a:srgbClr val="000000"/>
                </a:solidFill>
                <a:latin typeface="Arial"/>
              </a:rPr>
              <a:t>Level</a:t>
            </a:r>
            <a:endParaRPr b="0" lang="en-US" sz="2100" spc="-1" strike="noStrike">
              <a:solidFill>
                <a:srgbClr val="000000"/>
              </a:solidFill>
              <a:latin typeface="Arial"/>
            </a:endParaRPr>
          </a:p>
        </p:txBody>
      </p:sp>
      <p:sp>
        <p:nvSpPr>
          <p:cNvPr id="6" name="PlaceHolder 2"/>
          <p:cNvSpPr>
            <a:spLocks noGrp="1"/>
          </p:cNvSpPr>
          <p:nvPr>
            <p:ph type="body"/>
          </p:nvPr>
        </p:nvSpPr>
        <p:spPr>
          <a:xfrm>
            <a:off x="4629240" y="1369080"/>
            <a:ext cx="3885840" cy="3263040"/>
          </a:xfrm>
          <a:prstGeom prst="rect">
            <a:avLst/>
          </a:prstGeom>
          <a:noFill/>
          <a:ln w="0">
            <a:noFill/>
          </a:ln>
        </p:spPr>
        <p:txBody>
          <a:bodyPr lIns="68400" rIns="68400" tIns="34200" bIns="34200" anchor="t">
            <a:noAutofit/>
          </a:bodyPr>
          <a:p>
            <a:pPr marL="432000" indent="-324000">
              <a:spcBef>
                <a:spcPts val="1417"/>
              </a:spcBef>
              <a:buClr>
                <a:srgbClr val="000000"/>
              </a:buClr>
              <a:buSzPct val="45000"/>
              <a:buFont typeface="Wingdings" charset="2"/>
              <a:buChar char=""/>
            </a:pPr>
            <a:r>
              <a:rPr b="0" lang="en-US" sz="2100" spc="-1" strike="noStrike">
                <a:solidFill>
                  <a:srgbClr val="000000"/>
                </a:solidFill>
                <a:latin typeface="Arial"/>
              </a:rPr>
              <a:t>Click to edit the outline text format</a:t>
            </a:r>
            <a:endParaRPr b="0" lang="en-US" sz="21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100" spc="-1" strike="noStrike">
                <a:solidFill>
                  <a:srgbClr val="000000"/>
                </a:solidFill>
                <a:latin typeface="Arial"/>
              </a:rPr>
              <a:t>Second Outline Level</a:t>
            </a:r>
            <a:endParaRPr b="0" lang="en-US" sz="21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100" spc="-1" strike="noStrike">
                <a:solidFill>
                  <a:srgbClr val="000000"/>
                </a:solidFill>
                <a:latin typeface="Arial"/>
              </a:rPr>
              <a:t>Third Outline Level</a:t>
            </a:r>
            <a:endParaRPr b="0" lang="en-US" sz="21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100" spc="-1" strike="noStrike">
                <a:solidFill>
                  <a:srgbClr val="000000"/>
                </a:solidFill>
                <a:latin typeface="Arial"/>
              </a:rPr>
              <a:t>Fourth Outline Level</a:t>
            </a:r>
            <a:endParaRPr b="0" lang="en-US" sz="21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100" spc="-1" strike="noStrike">
                <a:solidFill>
                  <a:srgbClr val="000000"/>
                </a:solidFill>
                <a:latin typeface="Arial"/>
              </a:rPr>
              <a:t>Fifth Outline Level</a:t>
            </a:r>
            <a:endParaRPr b="0" lang="en-US" sz="21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100" spc="-1" strike="noStrike">
                <a:solidFill>
                  <a:srgbClr val="000000"/>
                </a:solidFill>
                <a:latin typeface="Arial"/>
              </a:rPr>
              <a:t>Sixth Outline Level</a:t>
            </a:r>
            <a:endParaRPr b="0" lang="en-US" sz="21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100" spc="-1" strike="noStrike">
                <a:solidFill>
                  <a:srgbClr val="000000"/>
                </a:solidFill>
                <a:latin typeface="Arial"/>
              </a:rPr>
              <a:t>Seventh Outline Level</a:t>
            </a:r>
            <a:endParaRPr b="0" lang="en-US" sz="2100" spc="-1" strike="noStrike">
              <a:solidFill>
                <a:srgbClr val="000000"/>
              </a:solidFill>
              <a:latin typeface="Arial"/>
            </a:endParaRPr>
          </a:p>
        </p:txBody>
      </p:sp>
      <p:sp>
        <p:nvSpPr>
          <p:cNvPr id="7" name="PlaceHolder 3"/>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fontScale="93362"/>
          </a:bodyPr>
          <a:p>
            <a:pPr indent="0">
              <a:buNone/>
            </a:pPr>
            <a:r>
              <a:rPr b="0" lang="en-US" sz="3000" spc="-1" strike="noStrike">
                <a:solidFill>
                  <a:srgbClr val="000000"/>
                </a:solidFill>
                <a:latin typeface="Arial"/>
              </a:rPr>
              <a:t>Click </a:t>
            </a:r>
            <a:r>
              <a:rPr b="0" lang="en-US" sz="3000" spc="-1" strike="noStrike">
                <a:solidFill>
                  <a:srgbClr val="000000"/>
                </a:solidFill>
                <a:latin typeface="Arial"/>
              </a:rPr>
              <a:t>to </a:t>
            </a:r>
            <a:r>
              <a:rPr b="0" lang="en-US" sz="3000" spc="-1" strike="noStrike">
                <a:solidFill>
                  <a:srgbClr val="000000"/>
                </a:solidFill>
                <a:latin typeface="Arial"/>
              </a:rPr>
              <a:t>edit </a:t>
            </a:r>
            <a:r>
              <a:rPr b="0" lang="en-US" sz="3000" spc="-1" strike="noStrike">
                <a:solidFill>
                  <a:srgbClr val="000000"/>
                </a:solidFill>
                <a:latin typeface="Arial"/>
              </a:rPr>
              <a:t>the </a:t>
            </a:r>
            <a:r>
              <a:rPr b="0" lang="en-US" sz="3000" spc="-1" strike="noStrike">
                <a:solidFill>
                  <a:srgbClr val="000000"/>
                </a:solidFill>
                <a:latin typeface="Arial"/>
              </a:rPr>
              <a:t>title </a:t>
            </a:r>
            <a:r>
              <a:rPr b="0" lang="en-US" sz="3000" spc="-1" strike="noStrike">
                <a:solidFill>
                  <a:srgbClr val="000000"/>
                </a:solidFill>
                <a:latin typeface="Arial"/>
              </a:rPr>
              <a:t>text </a:t>
            </a:r>
            <a:r>
              <a:rPr b="0" lang="en-US" sz="3000" spc="-1" strike="noStrike">
                <a:solidFill>
                  <a:srgbClr val="000000"/>
                </a:solidFill>
                <a:latin typeface="Arial"/>
              </a:rPr>
              <a:t>form</a:t>
            </a:r>
            <a:r>
              <a:rPr b="0" lang="en-US" sz="3000" spc="-1" strike="noStrike">
                <a:solidFill>
                  <a:srgbClr val="000000"/>
                </a:solidFill>
                <a:latin typeface="Arial"/>
              </a:rPr>
              <a:t>at</a:t>
            </a:r>
            <a:endParaRPr b="0" lang="en-US" sz="3000" spc="-1" strike="noStrike">
              <a:solidFill>
                <a:srgbClr val="000000"/>
              </a:solidFill>
              <a:latin typeface="Arial"/>
            </a:endParaRPr>
          </a:p>
        </p:txBody>
      </p:sp>
      <p:sp>
        <p:nvSpPr>
          <p:cNvPr id="8" name="PlaceHolder 4"/>
          <p:cNvSpPr>
            <a:spLocks noGrp="1"/>
          </p:cNvSpPr>
          <p:nvPr>
            <p:ph type="sldNum" idx="2"/>
          </p:nvPr>
        </p:nvSpPr>
        <p:spPr>
          <a:xfrm>
            <a:off x="128520" y="4760280"/>
            <a:ext cx="342720" cy="27360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 sz="800" spc="-1" strike="noStrike">
                <a:solidFill>
                  <a:schemeClr val="lt1"/>
                </a:solidFill>
                <a:latin typeface="Calibri"/>
                <a:ea typeface="Calibri"/>
              </a:defRPr>
            </a:lvl1pPr>
          </a:lstStyle>
          <a:p>
            <a:pPr indent="0" algn="ctr">
              <a:lnSpc>
                <a:spcPct val="100000"/>
              </a:lnSpc>
              <a:buNone/>
              <a:tabLst>
                <a:tab algn="l" pos="0"/>
              </a:tabLst>
            </a:pPr>
            <a:fld id="{D0DB6EF5-148F-4AE1-89FD-B17887A86A51}" type="slidenum">
              <a:rPr b="0" lang="en" sz="800" spc="-1" strike="noStrike">
                <a:solidFill>
                  <a:schemeClr val="lt1"/>
                </a:solidFill>
                <a:latin typeface="Calibri"/>
                <a:ea typeface="Calibri"/>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 name="Google Shape;15;p22"/>
          <p:cNvSpPr/>
          <p:nvPr/>
        </p:nvSpPr>
        <p:spPr>
          <a:xfrm>
            <a:off x="6895080" y="24840"/>
            <a:ext cx="2057040" cy="273600"/>
          </a:xfrm>
          <a:prstGeom prst="rect">
            <a:avLst/>
          </a:prstGeom>
          <a:noFill/>
          <a:ln w="0">
            <a:noFill/>
          </a:ln>
        </p:spPr>
        <p:style>
          <a:lnRef idx="0"/>
          <a:fillRef idx="0"/>
          <a:effectRef idx="0"/>
          <a:fontRef idx="minor"/>
        </p:style>
        <p:txBody>
          <a:bodyPr lIns="68400" rIns="68400" tIns="34200" bIns="34200" anchor="ctr">
            <a:noAutofit/>
          </a:bodyPr>
          <a:p>
            <a:pPr algn="r">
              <a:lnSpc>
                <a:spcPct val="100000"/>
              </a:lnSpc>
              <a:tabLst>
                <a:tab algn="l" pos="0"/>
              </a:tabLst>
            </a:pPr>
            <a:r>
              <a:rPr b="0" lang="en" sz="900" spc="-1" strike="noStrike">
                <a:solidFill>
                  <a:srgbClr val="898989"/>
                </a:solidFill>
                <a:latin typeface="Calibri"/>
                <a:ea typeface="Calibri"/>
              </a:rPr>
              <a:t>*</a:t>
            </a:r>
            <a:endParaRPr b="0" lang="en-US" sz="900" spc="-1" strike="noStrike">
              <a:solidFill>
                <a:srgbClr val="000000"/>
              </a:solidFill>
              <a:latin typeface="Arial"/>
            </a:endParaRPr>
          </a:p>
        </p:txBody>
      </p:sp>
      <p:sp>
        <p:nvSpPr>
          <p:cNvPr id="10"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buNone/>
            </a:pPr>
            <a:r>
              <a:rPr b="0" lang="en-US" sz="3300" spc="-1" strike="noStrike">
                <a:solidFill>
                  <a:srgbClr val="000000"/>
                </a:solidFill>
                <a:latin typeface="Arial"/>
              </a:rPr>
              <a:t>Clic</a:t>
            </a:r>
            <a:r>
              <a:rPr b="0" lang="en-US" sz="3300" spc="-1" strike="noStrike">
                <a:solidFill>
                  <a:srgbClr val="000000"/>
                </a:solidFill>
                <a:latin typeface="Arial"/>
              </a:rPr>
              <a:t>k to </a:t>
            </a:r>
            <a:r>
              <a:rPr b="0" lang="en-US" sz="3300" spc="-1" strike="noStrike">
                <a:solidFill>
                  <a:srgbClr val="000000"/>
                </a:solidFill>
                <a:latin typeface="Arial"/>
              </a:rPr>
              <a:t>edit </a:t>
            </a:r>
            <a:r>
              <a:rPr b="0" lang="en-US" sz="3300" spc="-1" strike="noStrike">
                <a:solidFill>
                  <a:srgbClr val="000000"/>
                </a:solidFill>
                <a:latin typeface="Arial"/>
              </a:rPr>
              <a:t>the </a:t>
            </a:r>
            <a:r>
              <a:rPr b="0" lang="en-US" sz="3300" spc="-1" strike="noStrike">
                <a:solidFill>
                  <a:srgbClr val="000000"/>
                </a:solidFill>
                <a:latin typeface="Arial"/>
              </a:rPr>
              <a:t>title </a:t>
            </a:r>
            <a:r>
              <a:rPr b="0" lang="en-US" sz="3300" spc="-1" strike="noStrike">
                <a:solidFill>
                  <a:srgbClr val="000000"/>
                </a:solidFill>
                <a:latin typeface="Arial"/>
              </a:rPr>
              <a:t>text </a:t>
            </a:r>
            <a:r>
              <a:rPr b="0" lang="en-US" sz="3300" spc="-1" strike="noStrike">
                <a:solidFill>
                  <a:srgbClr val="000000"/>
                </a:solidFill>
                <a:latin typeface="Arial"/>
              </a:rPr>
              <a:t>form</a:t>
            </a:r>
            <a:r>
              <a:rPr b="0" lang="en-US" sz="3300" spc="-1" strike="noStrike">
                <a:solidFill>
                  <a:srgbClr val="000000"/>
                </a:solidFill>
                <a:latin typeface="Arial"/>
              </a:rPr>
              <a:t>at</a:t>
            </a:r>
            <a:endParaRPr b="0" lang="en-US" sz="3300" spc="-1" strike="noStrike">
              <a:solidFill>
                <a:srgbClr val="000000"/>
              </a:solidFill>
              <a:latin typeface="Arial"/>
            </a:endParaRPr>
          </a:p>
        </p:txBody>
      </p:sp>
      <p:sp>
        <p:nvSpPr>
          <p:cNvPr id="11" name="PlaceHolder 2"/>
          <p:cNvSpPr>
            <a:spLocks noGrp="1"/>
          </p:cNvSpPr>
          <p:nvPr>
            <p:ph type="body"/>
          </p:nvPr>
        </p:nvSpPr>
        <p:spPr>
          <a:xfrm>
            <a:off x="628560" y="1369080"/>
            <a:ext cx="7886520" cy="3263040"/>
          </a:xfrm>
          <a:prstGeom prst="rect">
            <a:avLst/>
          </a:prstGeom>
          <a:noFill/>
          <a:ln w="0">
            <a:noFill/>
          </a:ln>
        </p:spPr>
        <p:txBody>
          <a:bodyPr lIns="68400" rIns="68400" tIns="34200" bIns="34200" anchor="t">
            <a:noAutofit/>
          </a:bodyPr>
          <a:p>
            <a:pPr marL="432000" indent="-324000">
              <a:spcBef>
                <a:spcPts val="1417"/>
              </a:spcBef>
              <a:buClr>
                <a:srgbClr val="000000"/>
              </a:buClr>
              <a:buSzPct val="45000"/>
              <a:buFont typeface="Wingdings" charset="2"/>
              <a:buChar char=""/>
            </a:pPr>
            <a:r>
              <a:rPr b="0" lang="en-US" sz="2100" spc="-1" strike="noStrike">
                <a:solidFill>
                  <a:srgbClr val="000000"/>
                </a:solidFill>
                <a:latin typeface="Arial"/>
              </a:rPr>
              <a:t>Click to edit the outline text format</a:t>
            </a:r>
            <a:endParaRPr b="0" lang="en-US" sz="21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100" spc="-1" strike="noStrike">
                <a:solidFill>
                  <a:srgbClr val="000000"/>
                </a:solidFill>
                <a:latin typeface="Arial"/>
              </a:rPr>
              <a:t>Second Outline Level</a:t>
            </a:r>
            <a:endParaRPr b="0" lang="en-US" sz="21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100" spc="-1" strike="noStrike">
                <a:solidFill>
                  <a:srgbClr val="000000"/>
                </a:solidFill>
                <a:latin typeface="Arial"/>
              </a:rPr>
              <a:t>Third Outline Level</a:t>
            </a:r>
            <a:endParaRPr b="0" lang="en-US" sz="21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100" spc="-1" strike="noStrike">
                <a:solidFill>
                  <a:srgbClr val="000000"/>
                </a:solidFill>
                <a:latin typeface="Arial"/>
              </a:rPr>
              <a:t>Fourth Outline Level</a:t>
            </a:r>
            <a:endParaRPr b="0" lang="en-US" sz="21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100" spc="-1" strike="noStrike">
                <a:solidFill>
                  <a:srgbClr val="000000"/>
                </a:solidFill>
                <a:latin typeface="Arial"/>
              </a:rPr>
              <a:t>Fifth Outline Level</a:t>
            </a:r>
            <a:endParaRPr b="0" lang="en-US" sz="21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100" spc="-1" strike="noStrike">
                <a:solidFill>
                  <a:srgbClr val="000000"/>
                </a:solidFill>
                <a:latin typeface="Arial"/>
              </a:rPr>
              <a:t>Sixth Outline Level</a:t>
            </a:r>
            <a:endParaRPr b="0" lang="en-US" sz="21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100" spc="-1" strike="noStrike">
                <a:solidFill>
                  <a:srgbClr val="000000"/>
                </a:solidFill>
                <a:latin typeface="Arial"/>
              </a:rPr>
              <a:t>Seventh Outline Level</a:t>
            </a:r>
            <a:endParaRPr b="0" lang="en-US" sz="2100" spc="-1" strike="noStrike">
              <a:solidFill>
                <a:srgbClr val="000000"/>
              </a:solidFill>
              <a:latin typeface="Arial"/>
            </a:endParaRPr>
          </a:p>
        </p:txBody>
      </p:sp>
      <p:sp>
        <p:nvSpPr>
          <p:cNvPr id="12" name="PlaceHolder 3"/>
          <p:cNvSpPr>
            <a:spLocks noGrp="1"/>
          </p:cNvSpPr>
          <p:nvPr>
            <p:ph type="dt" idx="3"/>
          </p:nvPr>
        </p:nvSpPr>
        <p:spPr>
          <a:xfrm>
            <a:off x="457200" y="4767120"/>
            <a:ext cx="2133360" cy="273600"/>
          </a:xfrm>
          <a:prstGeom prst="rect">
            <a:avLst/>
          </a:prstGeom>
          <a:noFill/>
          <a:ln w="0">
            <a:noFill/>
          </a:ln>
        </p:spPr>
        <p:txBody>
          <a:bodyPr lIns="68400" rIns="68400" tIns="34200" bIns="3420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4"/>
          <p:cNvSpPr>
            <a:spLocks noGrp="1"/>
          </p:cNvSpPr>
          <p:nvPr>
            <p:ph type="ftr" idx="4"/>
          </p:nvPr>
        </p:nvSpPr>
        <p:spPr>
          <a:xfrm>
            <a:off x="3124080" y="4767120"/>
            <a:ext cx="2895120" cy="273600"/>
          </a:xfrm>
          <a:prstGeom prst="rect">
            <a:avLst/>
          </a:prstGeom>
          <a:noFill/>
          <a:ln w="0">
            <a:noFill/>
          </a:ln>
        </p:spPr>
        <p:txBody>
          <a:bodyPr lIns="68400" rIns="68400" tIns="34200" bIns="3420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5"/>
          <p:cNvSpPr>
            <a:spLocks noGrp="1"/>
          </p:cNvSpPr>
          <p:nvPr>
            <p:ph type="sldNum" idx="5"/>
          </p:nvPr>
        </p:nvSpPr>
        <p:spPr>
          <a:xfrm>
            <a:off x="128520" y="4760280"/>
            <a:ext cx="342720" cy="27360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 sz="800" spc="-1" strike="noStrike">
                <a:solidFill>
                  <a:schemeClr val="lt1"/>
                </a:solidFill>
                <a:latin typeface="Calibri"/>
                <a:ea typeface="Calibri"/>
              </a:defRPr>
            </a:lvl1pPr>
          </a:lstStyle>
          <a:p>
            <a:pPr indent="0" algn="ctr">
              <a:lnSpc>
                <a:spcPct val="100000"/>
              </a:lnSpc>
              <a:buNone/>
              <a:tabLst>
                <a:tab algn="l" pos="0"/>
              </a:tabLst>
            </a:pPr>
            <a:fld id="{FD0BAF43-B1B7-42E9-8057-0E24D3BEED76}" type="slidenum">
              <a:rPr b="0" lang="en" sz="800" spc="-1" strike="noStrike">
                <a:solidFill>
                  <a:schemeClr val="lt1"/>
                </a:solidFill>
                <a:latin typeface="Calibri"/>
                <a:ea typeface="Calibri"/>
              </a:rPr>
              <a:t>&lt;number&gt;</a:t>
            </a:fld>
            <a:endParaRPr b="0" lang="en-US" sz="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17" name="PlaceHolder 1"/>
          <p:cNvSpPr>
            <a:spLocks noGrp="1"/>
          </p:cNvSpPr>
          <p:nvPr>
            <p:ph type="title"/>
          </p:nvPr>
        </p:nvSpPr>
        <p:spPr>
          <a:xfrm>
            <a:off x="599040" y="1152720"/>
            <a:ext cx="4291920" cy="1347480"/>
          </a:xfrm>
          <a:prstGeom prst="rect">
            <a:avLst/>
          </a:prstGeom>
          <a:noFill/>
          <a:ln w="0">
            <a:noFill/>
          </a:ln>
        </p:spPr>
        <p:txBody>
          <a:bodyPr lIns="68400" rIns="68400" tIns="34200" bIns="34200" anchor="b">
            <a:noAutofit/>
          </a:bodyPr>
          <a:p>
            <a:pPr indent="0">
              <a:lnSpc>
                <a:spcPct val="90000"/>
              </a:lnSpc>
              <a:buNone/>
              <a:tabLst>
                <a:tab algn="l" pos="0"/>
              </a:tabLst>
            </a:pPr>
            <a:r>
              <a:rPr b="0" lang="en" sz="3300" spc="-1" strike="noStrike">
                <a:solidFill>
                  <a:schemeClr val="dk1"/>
                </a:solidFill>
                <a:latin typeface="Calibri"/>
                <a:ea typeface="Calibri"/>
              </a:rPr>
              <a:t>Lap</a:t>
            </a:r>
            <a:r>
              <a:rPr b="0" lang="en" sz="3300" spc="-1" strike="noStrike">
                <a:solidFill>
                  <a:schemeClr val="dk1"/>
                </a:solidFill>
                <a:latin typeface="Calibri"/>
                <a:ea typeface="Calibri"/>
              </a:rPr>
              <a:t>ora</a:t>
            </a:r>
            <a:r>
              <a:rPr b="0" lang="en" sz="3300" spc="-1" strike="noStrike">
                <a:solidFill>
                  <a:schemeClr val="dk1"/>
                </a:solidFill>
                <a:latin typeface="Calibri"/>
                <a:ea typeface="Calibri"/>
              </a:rPr>
              <a:t>n </a:t>
            </a:r>
            <a:r>
              <a:rPr b="0" lang="en" sz="3300" spc="-1" strike="noStrike">
                <a:solidFill>
                  <a:schemeClr val="dk1"/>
                </a:solidFill>
                <a:latin typeface="Calibri"/>
                <a:ea typeface="Calibri"/>
              </a:rPr>
              <a:t>Jaga </a:t>
            </a:r>
            <a:r>
              <a:rPr b="0" lang="en" sz="3300" spc="-1" strike="noStrike">
                <a:solidFill>
                  <a:schemeClr val="dk1"/>
                </a:solidFill>
                <a:latin typeface="Calibri"/>
                <a:ea typeface="Calibri"/>
              </a:rPr>
              <a:t>Mah</a:t>
            </a:r>
            <a:r>
              <a:rPr b="0" lang="en" sz="3300" spc="-1" strike="noStrike">
                <a:solidFill>
                  <a:schemeClr val="dk1"/>
                </a:solidFill>
                <a:latin typeface="Calibri"/>
                <a:ea typeface="Calibri"/>
              </a:rPr>
              <a:t>asis</a:t>
            </a:r>
            <a:r>
              <a:rPr b="0" lang="en" sz="3300" spc="-1" strike="noStrike">
                <a:solidFill>
                  <a:schemeClr val="dk1"/>
                </a:solidFill>
                <a:latin typeface="Calibri"/>
                <a:ea typeface="Calibri"/>
              </a:rPr>
              <a:t>wa </a:t>
            </a:r>
            <a:r>
              <a:rPr b="0" lang="en" sz="3300" spc="-1" strike="noStrike">
                <a:solidFill>
                  <a:schemeClr val="dk1"/>
                </a:solidFill>
                <a:latin typeface="Calibri"/>
                <a:ea typeface="Calibri"/>
              </a:rPr>
              <a:t>RSU</a:t>
            </a:r>
            <a:r>
              <a:rPr b="0" lang="en" sz="3300" spc="-1" strike="noStrike">
                <a:solidFill>
                  <a:schemeClr val="dk1"/>
                </a:solidFill>
                <a:latin typeface="Calibri"/>
                <a:ea typeface="Calibri"/>
              </a:rPr>
              <a:t>I</a:t>
            </a:r>
            <a:endParaRPr b="0" lang="en-US" sz="3300" spc="-1" strike="noStrike">
              <a:solidFill>
                <a:srgbClr val="000000"/>
              </a:solidFill>
              <a:latin typeface="Arial"/>
            </a:endParaRPr>
          </a:p>
        </p:txBody>
      </p:sp>
      <p:sp>
        <p:nvSpPr>
          <p:cNvPr id="18" name="PlaceHolder 2"/>
          <p:cNvSpPr>
            <a:spLocks noGrp="1"/>
          </p:cNvSpPr>
          <p:nvPr>
            <p:ph/>
          </p:nvPr>
        </p:nvSpPr>
        <p:spPr>
          <a:xfrm>
            <a:off x="658440" y="3199680"/>
            <a:ext cx="7312320" cy="698760"/>
          </a:xfrm>
          <a:prstGeom prst="rect">
            <a:avLst/>
          </a:prstGeom>
          <a:noFill/>
          <a:ln w="0">
            <a:noFill/>
          </a:ln>
        </p:spPr>
        <p:txBody>
          <a:bodyPr lIns="68400" rIns="68400" tIns="34200" bIns="34200" anchor="t">
            <a:noAutofit/>
          </a:bodyPr>
          <a:p>
            <a:pPr indent="0">
              <a:lnSpc>
                <a:spcPct val="90000"/>
              </a:lnSpc>
              <a:buNone/>
              <a:tabLst>
                <a:tab algn="l" pos="0"/>
              </a:tabLst>
            </a:pPr>
            <a:r>
              <a:rPr b="0" lang="en" sz="1800" spc="-1" strike="noStrike">
                <a:solidFill>
                  <a:schemeClr val="dk1"/>
                </a:solidFill>
                <a:latin typeface="Calibri"/>
                <a:ea typeface="Calibri"/>
              </a:rPr>
              <a:t>Koas Jaga: Nama Koas</a:t>
            </a:r>
            <a:endParaRPr b="0" lang="en-US" sz="1800" spc="-1" strike="noStrike">
              <a:solidFill>
                <a:srgbClr val="000000"/>
              </a:solidFill>
              <a:latin typeface="Arial"/>
            </a:endParaRPr>
          </a:p>
          <a:p>
            <a:pPr indent="0">
              <a:lnSpc>
                <a:spcPct val="90000"/>
              </a:lnSpc>
              <a:buNone/>
              <a:tabLst>
                <a:tab algn="l" pos="0"/>
              </a:tabLst>
            </a:pPr>
            <a:r>
              <a:rPr b="0" lang="en" sz="1800" spc="-1" strike="noStrike">
                <a:solidFill>
                  <a:schemeClr val="dk1"/>
                </a:solidFill>
                <a:latin typeface="Calibri"/>
                <a:ea typeface="Calibri"/>
              </a:rPr>
              <a:t>DPJP Jaga: dr. ....</a:t>
            </a:r>
            <a:endParaRPr b="0" lang="en-US" sz="1800" spc="-1" strike="noStrike">
              <a:solidFill>
                <a:srgbClr val="000000"/>
              </a:solidFill>
              <a:latin typeface="Arial"/>
            </a:endParaRPr>
          </a:p>
          <a:p>
            <a:pPr indent="0">
              <a:lnSpc>
                <a:spcPct val="90000"/>
              </a:lnSpc>
              <a:buNone/>
              <a:tabLst>
                <a:tab algn="l" pos="0"/>
              </a:tabLst>
            </a:pPr>
            <a:r>
              <a:rPr b="0" lang="en" sz="1800" spc="-1" strike="noStrike">
                <a:solidFill>
                  <a:schemeClr val="dk1"/>
                </a:solidFill>
                <a:latin typeface="Calibri"/>
                <a:ea typeface="Calibri"/>
              </a:rPr>
              <a:t>Narasumber Laporan Jaga: ........</a:t>
            </a:r>
            <a:endParaRPr b="0" lang="en-US" sz="1800" spc="-1" strike="noStrike">
              <a:solidFill>
                <a:srgbClr val="000000"/>
              </a:solidFill>
              <a:latin typeface="Arial"/>
            </a:endParaRPr>
          </a:p>
        </p:txBody>
      </p:sp>
      <p:sp>
        <p:nvSpPr>
          <p:cNvPr id="19" name="PlaceHolder 3"/>
          <p:cNvSpPr>
            <a:spLocks noGrp="1"/>
          </p:cNvSpPr>
          <p:nvPr>
            <p:ph/>
          </p:nvPr>
        </p:nvSpPr>
        <p:spPr>
          <a:xfrm>
            <a:off x="658440" y="2500560"/>
            <a:ext cx="6906600" cy="698760"/>
          </a:xfrm>
          <a:prstGeom prst="rect">
            <a:avLst/>
          </a:prstGeom>
          <a:noFill/>
          <a:ln w="0">
            <a:noFill/>
          </a:ln>
        </p:spPr>
        <p:txBody>
          <a:bodyPr lIns="68400" rIns="68400" tIns="34200" bIns="34200" anchor="t">
            <a:noAutofit/>
          </a:bodyPr>
          <a:p>
            <a:pPr indent="0">
              <a:lnSpc>
                <a:spcPct val="90000"/>
              </a:lnSpc>
              <a:buNone/>
              <a:tabLst>
                <a:tab algn="l" pos="0"/>
              </a:tabLst>
            </a:pPr>
            <a:r>
              <a:rPr b="0" lang="en" sz="1800" spc="-1" strike="noStrike">
                <a:solidFill>
                  <a:schemeClr val="dk1"/>
                </a:solidFill>
                <a:latin typeface="Calibri"/>
                <a:ea typeface="Calibri"/>
              </a:rPr>
              <a:t>Selasa, 6 Oktober 2026</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628560" y="311760"/>
            <a:ext cx="4291560" cy="541080"/>
          </a:xfrm>
          <a:prstGeom prst="rect">
            <a:avLst/>
          </a:prstGeom>
          <a:noFill/>
          <a:ln w="0">
            <a:noFill/>
          </a:ln>
        </p:spPr>
        <p:txBody>
          <a:bodyPr lIns="68400" rIns="68400" tIns="34200" bIns="34200" anchor="b">
            <a:normAutofit/>
          </a:bodyPr>
          <a:p>
            <a:pPr indent="0">
              <a:lnSpc>
                <a:spcPct val="90000"/>
              </a:lnSpc>
              <a:buNone/>
              <a:tabLst>
                <a:tab algn="l" pos="0"/>
              </a:tabLst>
            </a:pPr>
            <a:r>
              <a:rPr b="0" lang="en" sz="3300" spc="-1" strike="noStrike">
                <a:solidFill>
                  <a:schemeClr val="dk1"/>
                </a:solidFill>
                <a:latin typeface="Calibri"/>
                <a:ea typeface="Calibri"/>
              </a:rPr>
              <a:t>Tota</a:t>
            </a:r>
            <a:r>
              <a:rPr b="0" lang="en" sz="3300" spc="-1" strike="noStrike">
                <a:solidFill>
                  <a:schemeClr val="dk1"/>
                </a:solidFill>
                <a:latin typeface="Calibri"/>
                <a:ea typeface="Calibri"/>
              </a:rPr>
              <a:t>l </a:t>
            </a:r>
            <a:r>
              <a:rPr b="0" lang="en" sz="3300" spc="-1" strike="noStrike">
                <a:solidFill>
                  <a:schemeClr val="dk1"/>
                </a:solidFill>
                <a:latin typeface="Calibri"/>
                <a:ea typeface="Calibri"/>
              </a:rPr>
              <a:t>Kas</a:t>
            </a:r>
            <a:r>
              <a:rPr b="0" lang="en" sz="3300" spc="-1" strike="noStrike">
                <a:solidFill>
                  <a:schemeClr val="dk1"/>
                </a:solidFill>
                <a:latin typeface="Calibri"/>
                <a:ea typeface="Calibri"/>
              </a:rPr>
              <a:t>us </a:t>
            </a:r>
            <a:r>
              <a:rPr b="0" lang="en" sz="3300" spc="-1" strike="noStrike">
                <a:solidFill>
                  <a:schemeClr val="dk1"/>
                </a:solidFill>
                <a:latin typeface="Calibri"/>
                <a:ea typeface="Calibri"/>
              </a:rPr>
              <a:t>Bar</a:t>
            </a:r>
            <a:r>
              <a:rPr b="0" lang="en" sz="3300" spc="-1" strike="noStrike">
                <a:solidFill>
                  <a:schemeClr val="dk1"/>
                </a:solidFill>
                <a:latin typeface="Calibri"/>
                <a:ea typeface="Calibri"/>
              </a:rPr>
              <a:t>u</a:t>
            </a:r>
            <a:endParaRPr b="0" lang="en-US" sz="3300" spc="-1" strike="noStrike">
              <a:solidFill>
                <a:srgbClr val="000000"/>
              </a:solidFill>
              <a:latin typeface="Arial"/>
            </a:endParaRPr>
          </a:p>
        </p:txBody>
      </p:sp>
      <p:graphicFrame>
        <p:nvGraphicFramePr>
          <p:cNvPr id="21" name="Google Shape;42;h317392bae216dc08_0_4"/>
          <p:cNvGraphicFramePr/>
          <p:nvPr/>
        </p:nvGraphicFramePr>
        <p:xfrm>
          <a:off x="202320" y="1126440"/>
          <a:ext cx="8767080" cy="4218120"/>
        </p:xfrm>
        <a:graphic>
          <a:graphicData uri="http://schemas.openxmlformats.org/drawingml/2006/table">
            <a:tbl>
              <a:tblPr/>
              <a:tblGrid>
                <a:gridCol w="541440"/>
                <a:gridCol w="1249560"/>
                <a:gridCol w="3332520"/>
                <a:gridCol w="2271240"/>
                <a:gridCol w="1371600"/>
              </a:tblGrid>
              <a:tr h="348480">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No.</a:t>
                      </a:r>
                      <a:endParaRPr b="0" lang="en-US" sz="1200" spc="-1" strike="noStrike">
                        <a:solidFill>
                          <a:srgbClr val="ffffff"/>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d7d31"/>
                    </a:solidFill>
                  </a:tcPr>
                </a:tc>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Inisial, usia</a:t>
                      </a:r>
                      <a:endParaRPr b="0" lang="en-US" sz="1200" spc="-1" strike="noStrike">
                        <a:solidFill>
                          <a:srgbClr val="ffffff"/>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d7d31"/>
                    </a:solidFill>
                  </a:tcPr>
                </a:tc>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Diagnosis</a:t>
                      </a:r>
                      <a:endParaRPr b="0" lang="en-US" sz="1200" spc="-1" strike="noStrike">
                        <a:solidFill>
                          <a:srgbClr val="ffffff"/>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d7d31"/>
                    </a:solidFill>
                  </a:tcPr>
                </a:tc>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PAT</a:t>
                      </a:r>
                      <a:endParaRPr b="0" lang="en-US" sz="1200" spc="-1" strike="noStrike">
                        <a:solidFill>
                          <a:srgbClr val="ffffff"/>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d7d31"/>
                    </a:solidFill>
                  </a:tcPr>
                </a:tc>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Emergency</a:t>
                      </a:r>
                      <a:endParaRPr b="0" lang="en-US" sz="1200" spc="-1" strike="noStrike">
                        <a:solidFill>
                          <a:srgbClr val="ffffff"/>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rgbClr val="ed7d31"/>
                    </a:solidFill>
                  </a:tcPr>
                </a:tc>
              </a:tr>
              <a:tr h="348480">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1</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1" lang="en" sz="1200" spc="-1" strike="noStrike">
                          <a:solidFill>
                            <a:srgbClr val="000000"/>
                          </a:solidFill>
                          <a:latin typeface="Calibri"/>
                          <a:ea typeface="Calibri"/>
                        </a:rPr>
                        <a:t>An. EA, 6thn 9bln</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marL="457200" indent="-304920">
                        <a:lnSpc>
                          <a:spcPct val="115000"/>
                        </a:lnSpc>
                        <a:buClr>
                          <a:srgbClr val="000000"/>
                        </a:buClr>
                        <a:buFont typeface="Calibri"/>
                        <a:buChar char="●"/>
                      </a:pPr>
                      <a:r>
                        <a:rPr b="0" lang="en" sz="1200" spc="-1" strike="noStrike">
                          <a:solidFill>
                            <a:srgbClr val="000000"/>
                          </a:solidFill>
                          <a:latin typeface="Calibri"/>
                          <a:ea typeface="Calibri"/>
                        </a:rPr>
                        <a:t>Febris H5 e.c Influenza A</a:t>
                      </a:r>
                      <a:endParaRPr b="0" lang="en-US" sz="1200" spc="-1" strike="noStrike">
                        <a:solidFill>
                          <a:srgbClr val="000000"/>
                        </a:solidFill>
                        <a:latin typeface="Arial"/>
                      </a:endParaRPr>
                    </a:p>
                    <a:p>
                      <a:pPr marL="457200" indent="-304920">
                        <a:lnSpc>
                          <a:spcPct val="115000"/>
                        </a:lnSpc>
                        <a:buClr>
                          <a:srgbClr val="000000"/>
                        </a:buClr>
                        <a:buFont typeface="Calibri"/>
                        <a:buChar char="●"/>
                      </a:pPr>
                      <a:r>
                        <a:rPr b="0" lang="en" sz="1200" spc="-1" strike="noStrike">
                          <a:solidFill>
                            <a:srgbClr val="000000"/>
                          </a:solidFill>
                          <a:latin typeface="Calibri"/>
                          <a:ea typeface="Calibri"/>
                        </a:rPr>
                        <a:t>Anemia mikrositik hipokromik e.c. susp. thalassemia mayor</a:t>
                      </a:r>
                      <a:endParaRPr b="0" lang="en-US" sz="1200" spc="-1" strike="noStrike">
                        <a:solidFill>
                          <a:srgbClr val="000000"/>
                        </a:solidFill>
                        <a:latin typeface="Arial"/>
                      </a:endParaRPr>
                    </a:p>
                    <a:p>
                      <a:pPr marL="457200" indent="-304920">
                        <a:lnSpc>
                          <a:spcPct val="115000"/>
                        </a:lnSpc>
                        <a:buClr>
                          <a:srgbClr val="000000"/>
                        </a:buClr>
                        <a:buFont typeface="Calibri"/>
                        <a:buChar char="●"/>
                      </a:pPr>
                      <a:r>
                        <a:rPr b="0" lang="en" sz="1200" spc="-1" strike="noStrike">
                          <a:solidFill>
                            <a:srgbClr val="000000"/>
                          </a:solidFill>
                          <a:latin typeface="Calibri"/>
                          <a:ea typeface="Calibri"/>
                        </a:rPr>
                        <a:t>Perawakan normal, Gizi baik</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Gangguan sirkulasi</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Urgent</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r>
              <a:tr h="348480">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2</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By. A, 9bln</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marL="457200" indent="-304920">
                        <a:lnSpc>
                          <a:spcPct val="115000"/>
                        </a:lnSpc>
                        <a:buClr>
                          <a:srgbClr val="000000"/>
                        </a:buClr>
                        <a:buFont typeface="Calibri"/>
                        <a:buChar char="●"/>
                      </a:pPr>
                      <a:r>
                        <a:rPr b="0" lang="en" sz="1200" spc="-1" strike="noStrike">
                          <a:solidFill>
                            <a:srgbClr val="000000"/>
                          </a:solidFill>
                          <a:latin typeface="Calibri"/>
                          <a:ea typeface="Calibri"/>
                        </a:rPr>
                        <a:t>Anemia gravis e.c. susp. Thalassemia mayor dd/ ADB</a:t>
                      </a:r>
                      <a:endParaRPr b="0" lang="en-US" sz="1200" spc="-1" strike="noStrike">
                        <a:solidFill>
                          <a:srgbClr val="000000"/>
                        </a:solidFill>
                        <a:latin typeface="Arial"/>
                      </a:endParaRPr>
                    </a:p>
                    <a:p>
                      <a:pPr marL="457200" indent="-304920">
                        <a:lnSpc>
                          <a:spcPct val="115000"/>
                        </a:lnSpc>
                        <a:buClr>
                          <a:srgbClr val="000000"/>
                        </a:buClr>
                        <a:buFont typeface="Calibri"/>
                        <a:buChar char="●"/>
                      </a:pPr>
                      <a:r>
                        <a:rPr b="0" lang="en" sz="1200" spc="-1" strike="noStrike">
                          <a:solidFill>
                            <a:srgbClr val="000000"/>
                          </a:solidFill>
                          <a:latin typeface="Calibri"/>
                          <a:ea typeface="Calibri"/>
                        </a:rPr>
                        <a:t>Berat badan normal, perawakan sangat pendek, gizi lebih</a:t>
                      </a:r>
                      <a:endParaRPr b="0" lang="en-US" sz="1200" spc="-1" strike="noStrike">
                        <a:solidFill>
                          <a:srgbClr val="000000"/>
                        </a:solidFill>
                        <a:latin typeface="Arial"/>
                      </a:endParaRPr>
                    </a:p>
                    <a:p>
                      <a:pPr marL="457200" indent="-304920">
                        <a:lnSpc>
                          <a:spcPct val="115000"/>
                        </a:lnSpc>
                        <a:buClr>
                          <a:srgbClr val="000000"/>
                        </a:buClr>
                        <a:buFont typeface="Calibri"/>
                        <a:buChar char="●"/>
                      </a:pPr>
                      <a:r>
                        <a:rPr b="0" lang="en" sz="1200" spc="-1" strike="noStrike">
                          <a:solidFill>
                            <a:srgbClr val="000000"/>
                          </a:solidFill>
                          <a:latin typeface="Calibri"/>
                          <a:ea typeface="Calibri"/>
                        </a:rPr>
                        <a:t>Imunisasi tidak lengkap</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Gangguan sirkulasi</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Urgent</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r>
              <a:tr h="348480">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3</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An. IP, 3thn 9bln</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marL="457200" indent="-304920">
                        <a:lnSpc>
                          <a:spcPct val="115000"/>
                        </a:lnSpc>
                        <a:buClr>
                          <a:srgbClr val="000000"/>
                        </a:buClr>
                        <a:buFont typeface="Calibri"/>
                        <a:buChar char="●"/>
                      </a:pPr>
                      <a:r>
                        <a:rPr b="0" lang="en" sz="1200" spc="-1" strike="noStrike">
                          <a:solidFill>
                            <a:srgbClr val="000000"/>
                          </a:solidFill>
                          <a:latin typeface="Calibri"/>
                          <a:ea typeface="Calibri"/>
                        </a:rPr>
                        <a:t>Anemia mikrositik hipokromik e.c. susp. ADB</a:t>
                      </a:r>
                      <a:endParaRPr b="0" lang="en-US" sz="1200" spc="-1" strike="noStrike">
                        <a:solidFill>
                          <a:srgbClr val="000000"/>
                        </a:solidFill>
                        <a:latin typeface="Arial"/>
                      </a:endParaRPr>
                    </a:p>
                    <a:p>
                      <a:pPr marL="457200" indent="-304920">
                        <a:lnSpc>
                          <a:spcPct val="115000"/>
                        </a:lnSpc>
                        <a:buClr>
                          <a:srgbClr val="000000"/>
                        </a:buClr>
                        <a:buFont typeface="Calibri"/>
                        <a:buChar char="●"/>
                      </a:pPr>
                      <a:r>
                        <a:rPr b="0" lang="en" sz="1200" spc="-1" strike="noStrike">
                          <a:solidFill>
                            <a:srgbClr val="000000"/>
                          </a:solidFill>
                          <a:latin typeface="Calibri"/>
                          <a:ea typeface="Calibri"/>
                        </a:rPr>
                        <a:t>Febris H6 e.c. influenza A</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Stabil</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c>
                  <a:txBody>
                    <a:bodyPr lIns="91080" rIns="91080" tIns="91080" bIns="91080" anchor="ctr">
                      <a:noAutofit/>
                    </a:bodyPr>
                    <a:p>
                      <a:pPr algn="ctr">
                        <a:lnSpc>
                          <a:spcPct val="100000"/>
                        </a:lnSpc>
                        <a:tabLst>
                          <a:tab algn="l" pos="0"/>
                        </a:tabLst>
                      </a:pPr>
                      <a:r>
                        <a:rPr b="0" lang="en" sz="1200" spc="-1" strike="noStrike">
                          <a:solidFill>
                            <a:srgbClr val="000000"/>
                          </a:solidFill>
                          <a:latin typeface="Calibri"/>
                          <a:ea typeface="Calibri"/>
                        </a:rPr>
                        <a:t>False</a:t>
                      </a:r>
                      <a:endParaRPr b="0" lang="en-US" sz="1200" spc="-1" strike="noStrike">
                        <a:solidFill>
                          <a:srgbClr val="000000"/>
                        </a:solidFill>
                        <a:latin typeface="Arial"/>
                      </a:endParaRPr>
                    </a:p>
                  </a:txBody>
                  <a:tcPr anchor="ctr" marL="91080" marR="91080">
                    <a:lnL w="9360">
                      <a:solidFill>
                        <a:srgbClr val="000000"/>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2"/>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p:nvPr>
        </p:nvSpPr>
        <p:spPr>
          <a:xfrm>
            <a:off x="628560" y="1369080"/>
            <a:ext cx="7881120" cy="3263040"/>
          </a:xfrm>
          <a:prstGeom prst="rect">
            <a:avLst/>
          </a:prstGeom>
          <a:noFill/>
          <a:ln w="0">
            <a:noFill/>
          </a:ln>
        </p:spPr>
        <p:txBody>
          <a:bodyPr lIns="68400" rIns="68400" tIns="34200" bIns="34200" anchor="t">
            <a:noAutofit/>
          </a:bodyPr>
          <a:p>
            <a:pPr marL="88920" indent="0">
              <a:lnSpc>
                <a:spcPct val="90000"/>
              </a:lnSpc>
              <a:spcBef>
                <a:spcPts val="799"/>
              </a:spcBef>
              <a:buNone/>
              <a:tabLst>
                <a:tab algn="l" pos="0"/>
              </a:tabLst>
            </a:pPr>
            <a:r>
              <a:rPr b="0" lang="en" sz="2100" spc="-1" strike="noStrike">
                <a:solidFill>
                  <a:schemeClr val="dk1"/>
                </a:solidFill>
                <a:latin typeface="Calibri"/>
                <a:ea typeface="Calibri"/>
              </a:rPr>
              <a:t>Nama: An. EA</a:t>
            </a:r>
            <a:endParaRPr b="0" lang="en-US" sz="2100" spc="-1" strike="noStrike">
              <a:solidFill>
                <a:srgbClr val="000000"/>
              </a:solidFill>
              <a:latin typeface="Arial"/>
            </a:endParaRPr>
          </a:p>
          <a:p>
            <a:pPr marL="88920" indent="0">
              <a:lnSpc>
                <a:spcPct val="90000"/>
              </a:lnSpc>
              <a:spcBef>
                <a:spcPts val="799"/>
              </a:spcBef>
              <a:buNone/>
              <a:tabLst>
                <a:tab algn="l" pos="0"/>
              </a:tabLst>
            </a:pPr>
            <a:r>
              <a:rPr b="0" lang="en" sz="2100" spc="-1" strike="noStrike">
                <a:solidFill>
                  <a:schemeClr val="dk1"/>
                </a:solidFill>
                <a:latin typeface="Calibri"/>
                <a:ea typeface="Calibri"/>
              </a:rPr>
              <a:t>Usia: 6 tahun 9 bulan</a:t>
            </a:r>
            <a:endParaRPr b="0" lang="en-US" sz="2100" spc="-1" strike="noStrike">
              <a:solidFill>
                <a:srgbClr val="000000"/>
              </a:solidFill>
              <a:latin typeface="Arial"/>
            </a:endParaRPr>
          </a:p>
          <a:p>
            <a:pPr marL="88920" indent="0">
              <a:lnSpc>
                <a:spcPct val="90000"/>
              </a:lnSpc>
              <a:spcBef>
                <a:spcPts val="799"/>
              </a:spcBef>
              <a:buNone/>
              <a:tabLst>
                <a:tab algn="l" pos="0"/>
              </a:tabLst>
            </a:pPr>
            <a:r>
              <a:rPr b="0" lang="en" sz="2100" spc="-1" strike="noStrike">
                <a:solidFill>
                  <a:schemeClr val="dk1"/>
                </a:solidFill>
                <a:latin typeface="Calibri"/>
                <a:ea typeface="Calibri"/>
              </a:rPr>
              <a:t>Jenis kelamin: Perempuan</a:t>
            </a:r>
            <a:endParaRPr b="0" lang="en-US" sz="2100" spc="-1" strike="noStrike">
              <a:solidFill>
                <a:srgbClr val="000000"/>
              </a:solidFill>
              <a:latin typeface="Arial"/>
            </a:endParaRPr>
          </a:p>
          <a:p>
            <a:pPr marL="88920" indent="0">
              <a:lnSpc>
                <a:spcPct val="90000"/>
              </a:lnSpc>
              <a:spcBef>
                <a:spcPts val="799"/>
              </a:spcBef>
              <a:buNone/>
              <a:tabLst>
                <a:tab algn="l" pos="0"/>
              </a:tabLst>
            </a:pPr>
            <a:r>
              <a:rPr b="0" lang="en" sz="2100" spc="-1" strike="noStrike">
                <a:solidFill>
                  <a:schemeClr val="dk1"/>
                </a:solidFill>
                <a:latin typeface="Calibri"/>
                <a:ea typeface="Calibri"/>
              </a:rPr>
              <a:t>Nomor RM: 00399824</a:t>
            </a:r>
            <a:endParaRPr b="0" lang="en-US" sz="2100" spc="-1" strike="noStrike">
              <a:solidFill>
                <a:srgbClr val="000000"/>
              </a:solidFill>
              <a:latin typeface="Arial"/>
            </a:endParaRPr>
          </a:p>
          <a:p>
            <a:pPr marL="88920" indent="0">
              <a:lnSpc>
                <a:spcPct val="90000"/>
              </a:lnSpc>
              <a:spcBef>
                <a:spcPts val="799"/>
              </a:spcBef>
              <a:buNone/>
              <a:tabLst>
                <a:tab algn="l" pos="0"/>
              </a:tabLst>
            </a:pPr>
            <a:r>
              <a:rPr b="0" lang="en" sz="2100" spc="-1" strike="noStrike">
                <a:solidFill>
                  <a:schemeClr val="dk1"/>
                </a:solidFill>
                <a:latin typeface="Calibri"/>
                <a:ea typeface="Calibri"/>
              </a:rPr>
              <a:t>Tempat tinggal: BSI 1 Pengasinan Sawangan Depok</a:t>
            </a:r>
            <a:endParaRPr b="0" lang="en-US" sz="2100" spc="-1" strike="noStrike">
              <a:solidFill>
                <a:srgbClr val="000000"/>
              </a:solidFill>
              <a:latin typeface="Arial"/>
            </a:endParaRPr>
          </a:p>
          <a:p>
            <a:pPr indent="0">
              <a:lnSpc>
                <a:spcPct val="90000"/>
              </a:lnSpc>
              <a:spcBef>
                <a:spcPts val="799"/>
              </a:spcBef>
              <a:buNone/>
              <a:tabLst>
                <a:tab algn="l" pos="0"/>
              </a:tabLst>
            </a:pPr>
            <a:endParaRPr b="0" lang="en-US" sz="2100" spc="-1" strike="noStrike">
              <a:solidFill>
                <a:srgbClr val="000000"/>
              </a:solidFill>
              <a:latin typeface="Arial"/>
            </a:endParaRPr>
          </a:p>
        </p:txBody>
      </p:sp>
      <p:sp>
        <p:nvSpPr>
          <p:cNvPr id="23" name="PlaceHolder 2"/>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Iden</a:t>
            </a:r>
            <a:r>
              <a:rPr b="0" lang="en" sz="3000" spc="-1" strike="noStrike">
                <a:solidFill>
                  <a:schemeClr val="dk1"/>
                </a:solidFill>
                <a:latin typeface="Calibri"/>
                <a:ea typeface="Calibri"/>
              </a:rPr>
              <a:t>titas</a:t>
            </a:r>
            <a:endParaRPr b="0" lang="en-US" sz="3000" spc="-1" strike="noStrike">
              <a:solidFill>
                <a:srgbClr val="000000"/>
              </a:solidFill>
              <a:latin typeface="Arial"/>
            </a:endParaRPr>
          </a:p>
        </p:txBody>
      </p:sp>
      <p:sp>
        <p:nvSpPr>
          <p:cNvPr id="24" name="Google Shape;49;p2"/>
          <p:cNvSpPr/>
          <p:nvPr/>
        </p:nvSpPr>
        <p:spPr>
          <a:xfrm>
            <a:off x="628560" y="3563280"/>
            <a:ext cx="7968960" cy="52524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 sz="1500" spc="-1" strike="noStrike">
                <a:solidFill>
                  <a:srgbClr val="000000"/>
                </a:solidFill>
                <a:latin typeface="Arial"/>
                <a:ea typeface="Arial"/>
              </a:rPr>
              <a:t>KELUHAN UTAMA</a:t>
            </a:r>
            <a:endParaRPr b="0" lang="en-US" sz="1500" spc="-1" strike="noStrike">
              <a:solidFill>
                <a:srgbClr val="000000"/>
              </a:solidFill>
              <a:latin typeface="Arial"/>
            </a:endParaRPr>
          </a:p>
          <a:p>
            <a:pPr>
              <a:lnSpc>
                <a:spcPct val="100000"/>
              </a:lnSpc>
              <a:tabLst>
                <a:tab algn="l" pos="0"/>
              </a:tabLst>
            </a:pPr>
            <a:r>
              <a:rPr b="0" lang="en" sz="1500" spc="-1" strike="noStrike">
                <a:solidFill>
                  <a:srgbClr val="000000"/>
                </a:solidFill>
                <a:latin typeface="Arial"/>
                <a:ea typeface="Arial"/>
              </a:rPr>
              <a:t>Pucat dan lemas sejak 4 hari SMRS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25" name="PlaceHolder 1"/>
          <p:cNvSpPr>
            <a:spLocks noGrp="1"/>
          </p:cNvSpPr>
          <p:nvPr>
            <p:ph/>
          </p:nvPr>
        </p:nvSpPr>
        <p:spPr>
          <a:xfrm>
            <a:off x="628560" y="1369080"/>
            <a:ext cx="3885840" cy="3263040"/>
          </a:xfrm>
          <a:prstGeom prst="rect">
            <a:avLst/>
          </a:prstGeom>
          <a:noFill/>
          <a:ln w="0">
            <a:noFill/>
          </a:ln>
        </p:spPr>
        <p:txBody>
          <a:bodyPr lIns="68400" rIns="68400" tIns="34200" bIns="34200" anchor="t">
            <a:noAutofit/>
          </a:bodyPr>
          <a:p>
            <a:pPr marL="177840" indent="-38160">
              <a:lnSpc>
                <a:spcPct val="90000"/>
              </a:lnSpc>
              <a:buNone/>
              <a:tabLst>
                <a:tab algn="l" pos="0"/>
              </a:tabLst>
            </a:pPr>
            <a:r>
              <a:rPr b="0" lang="en" sz="1800" spc="-1" strike="noStrike">
                <a:solidFill>
                  <a:schemeClr val="dk1"/>
                </a:solidFill>
                <a:latin typeface="Calibri"/>
                <a:ea typeface="Calibri"/>
              </a:rPr>
              <a:t>Tampilan</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Tonus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Respon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Interaktif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Kontak mata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Suara/Tangisan(+)</a:t>
            </a:r>
            <a:endParaRPr b="0" lang="en-US" sz="1800" spc="-1" strike="noStrike">
              <a:solidFill>
                <a:srgbClr val="000000"/>
              </a:solidFill>
              <a:latin typeface="Arial"/>
            </a:endParaRPr>
          </a:p>
        </p:txBody>
      </p:sp>
      <p:sp>
        <p:nvSpPr>
          <p:cNvPr id="26" name="PlaceHolder 2"/>
          <p:cNvSpPr>
            <a:spLocks noGrp="1"/>
          </p:cNvSpPr>
          <p:nvPr>
            <p:ph/>
          </p:nvPr>
        </p:nvSpPr>
        <p:spPr>
          <a:xfrm>
            <a:off x="5352840" y="1011240"/>
            <a:ext cx="3885840" cy="3263040"/>
          </a:xfrm>
          <a:prstGeom prst="rect">
            <a:avLst/>
          </a:prstGeom>
          <a:noFill/>
          <a:ln w="0">
            <a:noFill/>
          </a:ln>
        </p:spPr>
        <p:txBody>
          <a:bodyPr lIns="68400" rIns="68400" tIns="34200" bIns="34200" anchor="t">
            <a:noAutofit/>
          </a:bodyPr>
          <a:p>
            <a:pPr marL="177840" indent="-38160">
              <a:lnSpc>
                <a:spcPct val="90000"/>
              </a:lnSpc>
              <a:buNone/>
              <a:tabLst>
                <a:tab algn="l" pos="0"/>
              </a:tabLst>
            </a:pPr>
            <a:r>
              <a:rPr b="0" lang="en" sz="1800" spc="-1" strike="noStrike">
                <a:solidFill>
                  <a:schemeClr val="dk1"/>
                </a:solidFill>
                <a:latin typeface="Calibri"/>
                <a:ea typeface="Calibri"/>
              </a:rPr>
              <a:t>Upaya napas</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Napas cuping hidung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suara napas tambahan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Retraksi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posisi abnormal (-)</a:t>
            </a:r>
            <a:endParaRPr b="0" lang="en-US" sz="1800" spc="-1" strike="noStrike">
              <a:solidFill>
                <a:srgbClr val="000000"/>
              </a:solidFill>
              <a:latin typeface="Arial"/>
            </a:endParaRPr>
          </a:p>
          <a:p>
            <a:pPr marL="139680" indent="0">
              <a:lnSpc>
                <a:spcPct val="90000"/>
              </a:lnSpc>
              <a:buNone/>
              <a:tabLst>
                <a:tab algn="l" pos="0"/>
              </a:tabLst>
            </a:pPr>
            <a:endParaRPr b="0" lang="en-US" sz="1800" spc="-1" strike="noStrike">
              <a:solidFill>
                <a:srgbClr val="000000"/>
              </a:solidFill>
              <a:latin typeface="Arial"/>
            </a:endParaRPr>
          </a:p>
          <a:p>
            <a:pPr marL="139680" indent="0">
              <a:lnSpc>
                <a:spcPct val="90000"/>
              </a:lnSpc>
              <a:buNone/>
              <a:tabLst>
                <a:tab algn="l" pos="0"/>
              </a:tabLst>
            </a:pPr>
            <a:r>
              <a:rPr b="0" lang="en" sz="1800" spc="-1" strike="noStrike">
                <a:solidFill>
                  <a:schemeClr val="dk1"/>
                </a:solidFill>
                <a:latin typeface="Calibri"/>
                <a:ea typeface="Calibri"/>
              </a:rPr>
              <a:t>Sirkulasi</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Sianosis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Pucat (+)</a:t>
            </a:r>
            <a:endParaRPr b="0" lang="en-US" sz="1800" spc="-1" strike="noStrike">
              <a:solidFill>
                <a:srgbClr val="000000"/>
              </a:solidFill>
              <a:latin typeface="Arial"/>
            </a:endParaRPr>
          </a:p>
          <a:p>
            <a:pPr marL="482760" indent="-330120">
              <a:lnSpc>
                <a:spcPct val="90000"/>
              </a:lnSpc>
              <a:buClr>
                <a:srgbClr val="000000"/>
              </a:buClr>
              <a:buFont typeface="Noto Sans Symbols"/>
              <a:buChar char="❑"/>
              <a:tabLst>
                <a:tab algn="l" pos="0"/>
              </a:tabLst>
            </a:pPr>
            <a:r>
              <a:rPr b="0" lang="en" sz="1800" spc="-1" strike="noStrike">
                <a:solidFill>
                  <a:schemeClr val="dk1"/>
                </a:solidFill>
                <a:latin typeface="Calibri"/>
                <a:ea typeface="Calibri"/>
              </a:rPr>
              <a:t>kutis marmorata (-)</a:t>
            </a:r>
            <a:endParaRPr b="0" lang="en-US" sz="1800" spc="-1" strike="noStrike">
              <a:solidFill>
                <a:srgbClr val="000000"/>
              </a:solidFill>
              <a:latin typeface="Arial"/>
            </a:endParaRPr>
          </a:p>
        </p:txBody>
      </p:sp>
      <p:sp>
        <p:nvSpPr>
          <p:cNvPr id="27" name="PlaceHolder 3"/>
          <p:cNvSpPr>
            <a:spLocks noGrp="1"/>
          </p:cNvSpPr>
          <p:nvPr>
            <p:ph type="title"/>
          </p:nvPr>
        </p:nvSpPr>
        <p:spPr>
          <a:xfrm>
            <a:off x="628560" y="273960"/>
            <a:ext cx="5002920" cy="599760"/>
          </a:xfrm>
          <a:prstGeom prst="rect">
            <a:avLst/>
          </a:prstGeom>
          <a:noFill/>
          <a:ln w="0">
            <a:noFill/>
          </a:ln>
        </p:spPr>
        <p:txBody>
          <a:bodyPr lIns="68400" rIns="68400" tIns="34200" bIns="34200" anchor="ctr">
            <a:noAutofit/>
          </a:bodyPr>
          <a:p>
            <a:pPr indent="0">
              <a:lnSpc>
                <a:spcPct val="90000"/>
              </a:lnSpc>
              <a:buNone/>
              <a:tabLst>
                <a:tab algn="l" pos="0"/>
              </a:tabLst>
            </a:pPr>
            <a:r>
              <a:rPr b="0" lang="en" sz="3000" spc="-1" strike="noStrike">
                <a:solidFill>
                  <a:schemeClr val="dk1"/>
                </a:solidFill>
                <a:latin typeface="Calibri"/>
                <a:ea typeface="Calibri"/>
              </a:rPr>
              <a:t>Segit</a:t>
            </a:r>
            <a:r>
              <a:rPr b="0" lang="en" sz="3000" spc="-1" strike="noStrike">
                <a:solidFill>
                  <a:schemeClr val="dk1"/>
                </a:solidFill>
                <a:latin typeface="Calibri"/>
                <a:ea typeface="Calibri"/>
              </a:rPr>
              <a:t>iga </a:t>
            </a:r>
            <a:r>
              <a:rPr b="0" lang="en" sz="3000" spc="-1" strike="noStrike">
                <a:solidFill>
                  <a:schemeClr val="dk1"/>
                </a:solidFill>
                <a:latin typeface="Calibri"/>
                <a:ea typeface="Calibri"/>
              </a:rPr>
              <a:t>Ases</a:t>
            </a:r>
            <a:r>
              <a:rPr b="0" lang="en" sz="3000" spc="-1" strike="noStrike">
                <a:solidFill>
                  <a:schemeClr val="dk1"/>
                </a:solidFill>
                <a:latin typeface="Calibri"/>
                <a:ea typeface="Calibri"/>
              </a:rPr>
              <a:t>men </a:t>
            </a:r>
            <a:r>
              <a:rPr b="0" lang="en" sz="3000" spc="-1" strike="noStrike">
                <a:solidFill>
                  <a:schemeClr val="dk1"/>
                </a:solidFill>
                <a:latin typeface="Calibri"/>
                <a:ea typeface="Calibri"/>
              </a:rPr>
              <a:t>Gaw</a:t>
            </a:r>
            <a:r>
              <a:rPr b="0" lang="en" sz="3000" spc="-1" strike="noStrike">
                <a:solidFill>
                  <a:schemeClr val="dk1"/>
                </a:solidFill>
                <a:latin typeface="Calibri"/>
                <a:ea typeface="Calibri"/>
              </a:rPr>
              <a:t>at </a:t>
            </a:r>
            <a:r>
              <a:rPr b="0" lang="en" sz="3000" spc="-1" strike="noStrike">
                <a:solidFill>
                  <a:schemeClr val="dk1"/>
                </a:solidFill>
                <a:latin typeface="Calibri"/>
                <a:ea typeface="Calibri"/>
              </a:rPr>
              <a:t>Ana</a:t>
            </a:r>
            <a:r>
              <a:rPr b="0" lang="en" sz="3000" spc="-1" strike="noStrike">
                <a:solidFill>
                  <a:schemeClr val="dk1"/>
                </a:solidFill>
                <a:latin typeface="Calibri"/>
                <a:ea typeface="Calibri"/>
              </a:rPr>
              <a:t>k</a:t>
            </a:r>
            <a:endParaRPr b="0" lang="en-US" sz="3000" spc="-1" strike="noStrike">
              <a:solidFill>
                <a:srgbClr val="000000"/>
              </a:solidFill>
              <a:latin typeface="Arial"/>
            </a:endParaRPr>
          </a:p>
        </p:txBody>
      </p:sp>
      <p:sp>
        <p:nvSpPr>
          <p:cNvPr id="28" name="Google Shape;57;p3"/>
          <p:cNvSpPr/>
          <p:nvPr/>
        </p:nvSpPr>
        <p:spPr>
          <a:xfrm>
            <a:off x="628560" y="4178520"/>
            <a:ext cx="6965640" cy="529920"/>
          </a:xfrm>
          <a:prstGeom prst="rect">
            <a:avLst/>
          </a:prstGeom>
          <a:solidFill>
            <a:schemeClr val="lt1"/>
          </a:solidFill>
          <a:ln w="25400">
            <a:solidFill>
              <a:srgbClr val="000000"/>
            </a:solidFill>
            <a:round/>
          </a:ln>
        </p:spPr>
        <p:style>
          <a:lnRef idx="0"/>
          <a:fillRef idx="0"/>
          <a:effectRef idx="0"/>
          <a:fontRef idx="minor"/>
        </p:style>
        <p:txBody>
          <a:bodyPr lIns="68400" rIns="68400" tIns="34200" bIns="34200" anchor="ctr">
            <a:noAutofit/>
          </a:bodyPr>
          <a:p>
            <a:pPr algn="ctr">
              <a:lnSpc>
                <a:spcPct val="100000"/>
              </a:lnSpc>
              <a:tabLst>
                <a:tab algn="l" pos="0"/>
              </a:tabLst>
            </a:pPr>
            <a:r>
              <a:rPr b="1" lang="en" sz="1500" spc="-1" strike="noStrike">
                <a:solidFill>
                  <a:schemeClr val="dk1"/>
                </a:solidFill>
                <a:latin typeface="Arial"/>
                <a:ea typeface="Arial"/>
              </a:rPr>
              <a:t>KESAN: Gangguan Sirkulasi</a:t>
            </a:r>
            <a:endParaRPr b="0" lang="en-US" sz="1500" spc="-1" strike="noStrike">
              <a:solidFill>
                <a:srgbClr val="000000"/>
              </a:solidFill>
              <a:latin typeface="Arial"/>
            </a:endParaRPr>
          </a:p>
        </p:txBody>
      </p:sp>
      <p:pic>
        <p:nvPicPr>
          <p:cNvPr id="29" name="Google Shape;58;p3" descr=""/>
          <p:cNvPicPr/>
          <p:nvPr/>
        </p:nvPicPr>
        <p:blipFill>
          <a:blip r:embed="rId1"/>
          <a:srcRect l="19824" t="0" r="16177" b="0"/>
          <a:stretch/>
        </p:blipFill>
        <p:spPr>
          <a:xfrm>
            <a:off x="3185280" y="1540440"/>
            <a:ext cx="1953360" cy="1718280"/>
          </a:xfrm>
          <a:prstGeom prst="rect">
            <a:avLst/>
          </a:prstGeom>
          <a:ln w="0">
            <a:noFill/>
          </a:ln>
        </p:spPr>
      </p:pic>
      <p:pic>
        <p:nvPicPr>
          <p:cNvPr id="30" name="Google Shape;59;p3" descr=""/>
          <p:cNvPicPr/>
          <p:nvPr/>
        </p:nvPicPr>
        <p:blipFill>
          <a:blip r:embed="rId2"/>
          <a:stretch/>
        </p:blipFill>
        <p:spPr>
          <a:xfrm>
            <a:off x="2985120" y="1479600"/>
            <a:ext cx="2353680" cy="17182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p:nvPr>
        </p:nvSpPr>
        <p:spPr>
          <a:xfrm>
            <a:off x="583200" y="1206360"/>
            <a:ext cx="7834680" cy="3263040"/>
          </a:xfrm>
          <a:prstGeom prst="rect">
            <a:avLst/>
          </a:prstGeom>
          <a:noFill/>
          <a:ln w="0">
            <a:noFill/>
          </a:ln>
        </p:spPr>
        <p:txBody>
          <a:bodyPr lIns="68400" rIns="68400" tIns="34200" bIns="34200" anchor="t">
            <a:noAutofit/>
          </a:bodyPr>
          <a:p>
            <a:pPr marL="343080" indent="-254160">
              <a:lnSpc>
                <a:spcPct val="90000"/>
              </a:lnSpc>
              <a:spcBef>
                <a:spcPts val="799"/>
              </a:spcBef>
              <a:buClr>
                <a:srgbClr val="000000"/>
              </a:buClr>
              <a:buFont typeface="Arial"/>
              <a:buChar char="•"/>
            </a:pPr>
            <a:r>
              <a:rPr b="0" i="1" lang="en" sz="2100" spc="-1" strike="noStrike">
                <a:solidFill>
                  <a:schemeClr val="dk1"/>
                </a:solidFill>
                <a:latin typeface="Calibri"/>
                <a:ea typeface="Calibri"/>
              </a:rPr>
              <a:t>Airway: clear</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i="1" lang="en" sz="2100" spc="-1" strike="noStrike">
                <a:solidFill>
                  <a:schemeClr val="dk1"/>
                </a:solidFill>
                <a:latin typeface="Calibri"/>
                <a:ea typeface="Calibri"/>
              </a:rPr>
              <a:t>Breathing: simetris, RR 22 kali/menit, SpO2 99% RA</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i="1" lang="en" sz="2100" spc="-1" strike="noStrike">
                <a:solidFill>
                  <a:schemeClr val="dk1"/>
                </a:solidFill>
                <a:latin typeface="Calibri"/>
                <a:ea typeface="Calibri"/>
              </a:rPr>
              <a:t>Circulation: Klinis pucat, HR 112 kali/menit, TD 93/67 mmHg, CRT&lt;2, </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i="1" lang="en" sz="2100" spc="-1" strike="noStrike">
                <a:solidFill>
                  <a:schemeClr val="dk1"/>
                </a:solidFill>
                <a:latin typeface="Calibri"/>
                <a:ea typeface="Calibri"/>
              </a:rPr>
              <a:t>Dissability: GCS E4M6V5</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i="1" lang="en" sz="2100" spc="-1" strike="noStrike">
                <a:solidFill>
                  <a:schemeClr val="dk1"/>
                </a:solidFill>
                <a:latin typeface="Calibri"/>
                <a:ea typeface="Calibri"/>
              </a:rPr>
              <a:t>Exposure: T 37,3 C</a:t>
            </a:r>
            <a:endParaRPr b="0" lang="en-US" sz="2100" spc="-1" strike="noStrike">
              <a:solidFill>
                <a:srgbClr val="000000"/>
              </a:solidFill>
              <a:latin typeface="Arial"/>
            </a:endParaRPr>
          </a:p>
        </p:txBody>
      </p:sp>
      <p:sp>
        <p:nvSpPr>
          <p:cNvPr id="32" name="PlaceHolder 2"/>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Surv</a:t>
            </a:r>
            <a:r>
              <a:rPr b="0" lang="en" sz="3000" spc="-1" strike="noStrike">
                <a:solidFill>
                  <a:schemeClr val="dk1"/>
                </a:solidFill>
                <a:latin typeface="Calibri"/>
                <a:ea typeface="Calibri"/>
              </a:rPr>
              <a:t>ei </a:t>
            </a:r>
            <a:r>
              <a:rPr b="0" lang="en" sz="3000" spc="-1" strike="noStrike">
                <a:solidFill>
                  <a:schemeClr val="dk1"/>
                </a:solidFill>
                <a:latin typeface="Calibri"/>
                <a:ea typeface="Calibri"/>
              </a:rPr>
              <a:t>Prim</a:t>
            </a:r>
            <a:r>
              <a:rPr b="0" lang="en" sz="3000" spc="-1" strike="noStrike">
                <a:solidFill>
                  <a:schemeClr val="dk1"/>
                </a:solidFill>
                <a:latin typeface="Calibri"/>
                <a:ea typeface="Calibri"/>
              </a:rPr>
              <a:t>er</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p:nvPr>
        </p:nvSpPr>
        <p:spPr>
          <a:xfrm>
            <a:off x="628560" y="1236960"/>
            <a:ext cx="7570080" cy="3263040"/>
          </a:xfrm>
          <a:prstGeom prst="rect">
            <a:avLst/>
          </a:prstGeom>
          <a:noFill/>
          <a:ln w="0">
            <a:noFill/>
          </a:ln>
        </p:spPr>
        <p:txBody>
          <a:bodyPr lIns="68400" rIns="68400" tIns="34200" bIns="34200" anchor="t">
            <a:noAutofit/>
          </a:bodyPr>
          <a:p>
            <a:pPr marL="457200" indent="-317520">
              <a:lnSpc>
                <a:spcPct val="115000"/>
              </a:lnSpc>
              <a:buClr>
                <a:srgbClr val="000000"/>
              </a:buClr>
              <a:buFont typeface="Arial"/>
              <a:buChar char="•"/>
            </a:pPr>
            <a:r>
              <a:rPr b="0" i="1" lang="en" sz="2100" spc="-1" strike="noStrike">
                <a:solidFill>
                  <a:schemeClr val="dk1"/>
                </a:solidFill>
                <a:latin typeface="Calibri"/>
                <a:ea typeface="Calibri"/>
              </a:rPr>
              <a:t>Allergy: -</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i="1" lang="en" sz="2100" spc="-1" strike="noStrike">
                <a:solidFill>
                  <a:schemeClr val="dk1"/>
                </a:solidFill>
                <a:latin typeface="Calibri"/>
                <a:ea typeface="Calibri"/>
              </a:rPr>
              <a:t>Medication: Paracetamol</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i="1" lang="en" sz="2100" spc="-1" strike="noStrike">
                <a:solidFill>
                  <a:schemeClr val="dk1"/>
                </a:solidFill>
                <a:latin typeface="Calibri"/>
                <a:ea typeface="Calibri"/>
              </a:rPr>
              <a:t>Past Illness: Anemia berulang</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i="1" lang="en" sz="2100" spc="-1" strike="noStrike">
                <a:solidFill>
                  <a:schemeClr val="dk1"/>
                </a:solidFill>
                <a:latin typeface="Calibri"/>
                <a:ea typeface="Calibri"/>
              </a:rPr>
              <a:t>Last Meal: makan biasa 5 jam SMRS</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i="1" lang="en" sz="2100" spc="-1" strike="noStrike">
                <a:solidFill>
                  <a:schemeClr val="dk1"/>
                </a:solidFill>
                <a:latin typeface="Calibri"/>
                <a:ea typeface="Calibri"/>
              </a:rPr>
              <a:t>Event Lead: Demam 4 hari SMRS</a:t>
            </a:r>
            <a:endParaRPr b="0" lang="en-US" sz="2100" spc="-1" strike="noStrike">
              <a:solidFill>
                <a:srgbClr val="000000"/>
              </a:solidFill>
              <a:latin typeface="Arial"/>
            </a:endParaRPr>
          </a:p>
        </p:txBody>
      </p:sp>
      <p:sp>
        <p:nvSpPr>
          <p:cNvPr id="34" name="PlaceHolder 2"/>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Surv</a:t>
            </a:r>
            <a:r>
              <a:rPr b="0" lang="en" sz="3000" spc="-1" strike="noStrike">
                <a:solidFill>
                  <a:schemeClr val="dk1"/>
                </a:solidFill>
                <a:latin typeface="Calibri"/>
                <a:ea typeface="Calibri"/>
              </a:rPr>
              <a:t>ei </a:t>
            </a:r>
            <a:r>
              <a:rPr b="0" lang="en" sz="3000" spc="-1" strike="noStrike">
                <a:solidFill>
                  <a:schemeClr val="dk1"/>
                </a:solidFill>
                <a:latin typeface="Calibri"/>
                <a:ea typeface="Calibri"/>
              </a:rPr>
              <a:t>Prim</a:t>
            </a:r>
            <a:r>
              <a:rPr b="0" lang="en" sz="3000" spc="-1" strike="noStrike">
                <a:solidFill>
                  <a:schemeClr val="dk1"/>
                </a:solidFill>
                <a:latin typeface="Calibri"/>
                <a:ea typeface="Calibri"/>
              </a:rPr>
              <a:t>er</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35" name="PlaceHolder 1"/>
          <p:cNvSpPr>
            <a:spLocks noGrp="1"/>
          </p:cNvSpPr>
          <p:nvPr>
            <p:ph/>
          </p:nvPr>
        </p:nvSpPr>
        <p:spPr>
          <a:xfrm>
            <a:off x="399960" y="1165680"/>
            <a:ext cx="8491320" cy="3263040"/>
          </a:xfrm>
          <a:prstGeom prst="rect">
            <a:avLst/>
          </a:prstGeom>
          <a:noFill/>
          <a:ln w="0">
            <a:noFill/>
          </a:ln>
        </p:spPr>
        <p:txBody>
          <a:bodyPr lIns="68400" rIns="68400" tIns="34200" bIns="34200" anchor="ctr">
            <a:noAutofit/>
          </a:bodyPr>
          <a:p>
            <a:pPr indent="0" algn="just">
              <a:lnSpc>
                <a:spcPct val="150000"/>
              </a:lnSpc>
              <a:buNone/>
              <a:tabLst>
                <a:tab algn="l" pos="0"/>
              </a:tabLst>
            </a:pPr>
            <a:r>
              <a:rPr b="0" lang="en" sz="1400" spc="-1" strike="noStrike">
                <a:solidFill>
                  <a:schemeClr val="dk1"/>
                </a:solidFill>
                <a:latin typeface="Calibri"/>
                <a:ea typeface="Calibri"/>
              </a:rPr>
              <a:t>Pasien datang ke IGD dengan keluhan pucat dan lemas sejak 4 hari SMRS. Keluhan disertai demam 40,3C dengan batuk tanpa adanya mual maupun muntah. Pasien lebih banyak berbaring dan mengalami penurunan nafsu makan (hanya 4-5 sendok setiap makan) serta mulai mengigau sejak pertama kali keluhan muncul. Keluhan demam tidak disertai sesak napas, kejang, pilek, atau keluar cairan dari telinga. Pasien sudah dibawa ke klinik tugu pada hari jumat dan mendapat supositoria, namun keluhan tidak membaik. Pasien pagi hari ini (6 Oktober 2026) dibawa cek lab secara pribadi di klinik FKTP karena keluhan tidak membaik dan didapatkan Hb 4,7 hingga akhirnya datang ke IGD RSUI secara mandiri. </a:t>
            </a:r>
            <a:endParaRPr b="0" lang="en-US" sz="1400" spc="-1" strike="noStrike">
              <a:solidFill>
                <a:srgbClr val="000000"/>
              </a:solidFill>
              <a:latin typeface="Arial"/>
            </a:endParaRPr>
          </a:p>
          <a:p>
            <a:pPr indent="0" algn="just">
              <a:lnSpc>
                <a:spcPct val="150000"/>
              </a:lnSpc>
              <a:buNone/>
              <a:tabLst>
                <a:tab algn="l" pos="0"/>
              </a:tabLst>
            </a:pPr>
            <a:r>
              <a:rPr b="0" lang="en" sz="1400" spc="-1" strike="noStrike">
                <a:solidFill>
                  <a:schemeClr val="dk1"/>
                </a:solidFill>
                <a:latin typeface="Calibri"/>
                <a:ea typeface="Calibri"/>
              </a:rPr>
              <a:t>Keluhan gusi berdarah, mimisan, perdarahan gusi, atau perdarahan di tempat lainnya disangkal. Pasien memiliki riwayat transfusi berulang pada usia 2, 3 dan 5 tahun, namun hingga saat ini masih belum diketahui penyebab anemia pada pasien.</a:t>
            </a:r>
            <a:endParaRPr b="0" lang="en-US" sz="1400" spc="-1" strike="noStrike">
              <a:solidFill>
                <a:srgbClr val="000000"/>
              </a:solidFill>
              <a:latin typeface="Arial"/>
            </a:endParaRPr>
          </a:p>
          <a:p>
            <a:pPr indent="0" algn="just">
              <a:lnSpc>
                <a:spcPct val="150000"/>
              </a:lnSpc>
              <a:buNone/>
              <a:tabLst>
                <a:tab algn="l" pos="0"/>
              </a:tabLst>
            </a:pPr>
            <a:endParaRPr b="0" lang="en-US" sz="1400" spc="-1" strike="noStrike">
              <a:solidFill>
                <a:srgbClr val="000000"/>
              </a:solidFill>
              <a:latin typeface="Arial"/>
            </a:endParaRPr>
          </a:p>
        </p:txBody>
      </p:sp>
      <p:sp>
        <p:nvSpPr>
          <p:cNvPr id="36" name="PlaceHolder 2"/>
          <p:cNvSpPr>
            <a:spLocks noGrp="1"/>
          </p:cNvSpPr>
          <p:nvPr>
            <p:ph type="title"/>
          </p:nvPr>
        </p:nvSpPr>
        <p:spPr>
          <a:xfrm>
            <a:off x="399960" y="273960"/>
            <a:ext cx="5002920" cy="599760"/>
          </a:xfrm>
          <a:prstGeom prst="rect">
            <a:avLst/>
          </a:prstGeom>
          <a:noFill/>
          <a:ln w="0">
            <a:noFill/>
          </a:ln>
        </p:spPr>
        <p:txBody>
          <a:bodyPr lIns="68400" rIns="68400" tIns="34200" bIns="34200" anchor="ctr">
            <a:noAutofit/>
          </a:bodyPr>
          <a:p>
            <a:pPr indent="0">
              <a:lnSpc>
                <a:spcPct val="90000"/>
              </a:lnSpc>
              <a:buNone/>
              <a:tabLst>
                <a:tab algn="l" pos="0"/>
              </a:tabLst>
            </a:pPr>
            <a:r>
              <a:rPr b="0" lang="en" sz="3000" spc="-1" strike="noStrike">
                <a:solidFill>
                  <a:schemeClr val="dk1"/>
                </a:solidFill>
                <a:latin typeface="Calibri"/>
                <a:ea typeface="Calibri"/>
              </a:rPr>
              <a:t>Riwa</a:t>
            </a:r>
            <a:r>
              <a:rPr b="0" lang="en" sz="3000" spc="-1" strike="noStrike">
                <a:solidFill>
                  <a:schemeClr val="dk1"/>
                </a:solidFill>
                <a:latin typeface="Calibri"/>
                <a:ea typeface="Calibri"/>
              </a:rPr>
              <a:t>yat </a:t>
            </a:r>
            <a:r>
              <a:rPr b="0" lang="en" sz="3000" spc="-1" strike="noStrike">
                <a:solidFill>
                  <a:schemeClr val="dk1"/>
                </a:solidFill>
                <a:latin typeface="Calibri"/>
                <a:ea typeface="Calibri"/>
              </a:rPr>
              <a:t>Peny</a:t>
            </a:r>
            <a:r>
              <a:rPr b="0" lang="en" sz="3000" spc="-1" strike="noStrike">
                <a:solidFill>
                  <a:schemeClr val="dk1"/>
                </a:solidFill>
                <a:latin typeface="Calibri"/>
                <a:ea typeface="Calibri"/>
              </a:rPr>
              <a:t>akit </a:t>
            </a:r>
            <a:r>
              <a:rPr b="0" lang="en" sz="3000" spc="-1" strike="noStrike">
                <a:solidFill>
                  <a:schemeClr val="dk1"/>
                </a:solidFill>
                <a:latin typeface="Calibri"/>
                <a:ea typeface="Calibri"/>
              </a:rPr>
              <a:t>Seka</a:t>
            </a:r>
            <a:r>
              <a:rPr b="0" lang="en" sz="3000" spc="-1" strike="noStrike">
                <a:solidFill>
                  <a:schemeClr val="dk1"/>
                </a:solidFill>
                <a:latin typeface="Calibri"/>
                <a:ea typeface="Calibri"/>
              </a:rPr>
              <a:t>rang</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p:nvPr>
        </p:nvSpPr>
        <p:spPr>
          <a:xfrm>
            <a:off x="628560" y="1155240"/>
            <a:ext cx="4534920" cy="3263040"/>
          </a:xfrm>
          <a:prstGeom prst="rect">
            <a:avLst/>
          </a:prstGeom>
          <a:noFill/>
          <a:ln w="0">
            <a:noFill/>
          </a:ln>
        </p:spPr>
        <p:txBody>
          <a:bodyPr lIns="68400" rIns="68400" tIns="34200" bIns="34200" anchor="t">
            <a:noAutofit/>
          </a:bodyPr>
          <a:p>
            <a:pPr indent="0" algn="just">
              <a:lnSpc>
                <a:spcPct val="90000"/>
              </a:lnSpc>
              <a:spcBef>
                <a:spcPts val="799"/>
              </a:spcBef>
              <a:buNone/>
              <a:tabLst>
                <a:tab algn="l" pos="0"/>
              </a:tabLst>
            </a:pPr>
            <a:r>
              <a:rPr b="1" lang="en" sz="1800" spc="-1" strike="noStrike">
                <a:solidFill>
                  <a:schemeClr val="dk1"/>
                </a:solidFill>
                <a:latin typeface="Calibri"/>
                <a:ea typeface="Calibri"/>
              </a:rPr>
              <a:t>Riwayat Penyakit Dahulu</a:t>
            </a:r>
            <a:endParaRPr b="0" lang="en-US" sz="1800" spc="-1" strike="noStrike">
              <a:solidFill>
                <a:srgbClr val="000000"/>
              </a:solidFill>
              <a:latin typeface="Arial"/>
            </a:endParaRPr>
          </a:p>
          <a:p>
            <a:pPr indent="0" algn="just">
              <a:lnSpc>
                <a:spcPct val="115000"/>
              </a:lnSpc>
              <a:buNone/>
              <a:tabLst>
                <a:tab algn="l" pos="0"/>
              </a:tabLst>
            </a:pPr>
            <a:r>
              <a:rPr b="0" lang="en" sz="1600" spc="-1" strike="noStrike">
                <a:solidFill>
                  <a:schemeClr val="dk1"/>
                </a:solidFill>
                <a:latin typeface="Calibri"/>
                <a:ea typeface="Calibri"/>
              </a:rPr>
              <a:t>Pasien mengalami keluhan serupa dan memerlukan transfusi darah pada usia 2, 3, dan 5 tahun, memakai 2 kantong darah setiap transfusi.</a:t>
            </a:r>
            <a:endParaRPr b="0" lang="en-US" sz="1600" spc="-1" strike="noStrike">
              <a:solidFill>
                <a:srgbClr val="000000"/>
              </a:solidFill>
              <a:latin typeface="Arial"/>
            </a:endParaRPr>
          </a:p>
          <a:p>
            <a:pPr indent="0" algn="just">
              <a:lnSpc>
                <a:spcPct val="115000"/>
              </a:lnSpc>
              <a:buNone/>
              <a:tabLst>
                <a:tab algn="l" pos="0"/>
              </a:tabLst>
            </a:pPr>
            <a:endParaRPr b="0" lang="en-US" sz="1600" spc="-1" strike="noStrike">
              <a:solidFill>
                <a:srgbClr val="000000"/>
              </a:solidFill>
              <a:latin typeface="Arial"/>
            </a:endParaRPr>
          </a:p>
          <a:p>
            <a:pPr indent="0" algn="just">
              <a:lnSpc>
                <a:spcPct val="115000"/>
              </a:lnSpc>
              <a:buNone/>
              <a:tabLst>
                <a:tab algn="l" pos="0"/>
              </a:tabLst>
            </a:pPr>
            <a:r>
              <a:rPr b="0" lang="en" sz="1600" spc="-1" strike="noStrike">
                <a:solidFill>
                  <a:schemeClr val="dk1"/>
                </a:solidFill>
                <a:latin typeface="Calibri"/>
                <a:ea typeface="Calibri"/>
              </a:rPr>
              <a:t>Satu bulan SMRS, pasien mulai mengalami batuk kering yang memberat saat malam hari dan membuat pasien terbangun pada malam hari selama 5 hari.</a:t>
            </a:r>
            <a:endParaRPr b="0" lang="en-US" sz="1600" spc="-1" strike="noStrike">
              <a:solidFill>
                <a:srgbClr val="000000"/>
              </a:solidFill>
              <a:latin typeface="Arial"/>
            </a:endParaRPr>
          </a:p>
        </p:txBody>
      </p:sp>
      <p:sp>
        <p:nvSpPr>
          <p:cNvPr id="38" name="PlaceHolder 2"/>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Surv</a:t>
            </a:r>
            <a:r>
              <a:rPr b="0" lang="en" sz="3000" spc="-1" strike="noStrike">
                <a:solidFill>
                  <a:schemeClr val="dk1"/>
                </a:solidFill>
                <a:latin typeface="Calibri"/>
                <a:ea typeface="Calibri"/>
              </a:rPr>
              <a:t>ei </a:t>
            </a:r>
            <a:r>
              <a:rPr b="0" lang="en" sz="3000" spc="-1" strike="noStrike">
                <a:solidFill>
                  <a:schemeClr val="dk1"/>
                </a:solidFill>
                <a:latin typeface="Calibri"/>
                <a:ea typeface="Calibri"/>
              </a:rPr>
              <a:t>Seku</a:t>
            </a:r>
            <a:r>
              <a:rPr b="0" lang="en" sz="3000" spc="-1" strike="noStrike">
                <a:solidFill>
                  <a:schemeClr val="dk1"/>
                </a:solidFill>
                <a:latin typeface="Calibri"/>
                <a:ea typeface="Calibri"/>
              </a:rPr>
              <a:t>nder</a:t>
            </a:r>
            <a:endParaRPr b="0" lang="en-US" sz="3000" spc="-1" strike="noStrike">
              <a:solidFill>
                <a:srgbClr val="000000"/>
              </a:solidFill>
              <a:latin typeface="Arial"/>
            </a:endParaRPr>
          </a:p>
        </p:txBody>
      </p:sp>
      <p:sp>
        <p:nvSpPr>
          <p:cNvPr id="39" name="PlaceHolder 3"/>
          <p:cNvSpPr>
            <a:spLocks noGrp="1"/>
          </p:cNvSpPr>
          <p:nvPr>
            <p:ph/>
          </p:nvPr>
        </p:nvSpPr>
        <p:spPr>
          <a:xfrm>
            <a:off x="5394960" y="1155240"/>
            <a:ext cx="3303000" cy="1964160"/>
          </a:xfrm>
          <a:prstGeom prst="rect">
            <a:avLst/>
          </a:prstGeom>
          <a:noFill/>
          <a:ln w="0">
            <a:noFill/>
          </a:ln>
        </p:spPr>
        <p:txBody>
          <a:bodyPr lIns="68400" rIns="68400" tIns="34200" bIns="34200" anchor="t">
            <a:noAutofit/>
          </a:bodyPr>
          <a:p>
            <a:pPr indent="0" algn="just">
              <a:lnSpc>
                <a:spcPct val="90000"/>
              </a:lnSpc>
              <a:spcBef>
                <a:spcPts val="799"/>
              </a:spcBef>
              <a:buNone/>
              <a:tabLst>
                <a:tab algn="l" pos="0"/>
              </a:tabLst>
            </a:pPr>
            <a:r>
              <a:rPr b="1" lang="en" sz="1800" spc="-1" strike="noStrike">
                <a:solidFill>
                  <a:schemeClr val="dk1"/>
                </a:solidFill>
                <a:latin typeface="Calibri"/>
                <a:ea typeface="Calibri"/>
              </a:rPr>
              <a:t>Riwayat Penyakit Keluarga</a:t>
            </a:r>
            <a:endParaRPr b="0" lang="en-US" sz="1800" spc="-1" strike="noStrike">
              <a:solidFill>
                <a:srgbClr val="000000"/>
              </a:solidFill>
              <a:latin typeface="Arial"/>
            </a:endParaRPr>
          </a:p>
          <a:p>
            <a:pPr indent="0" algn="just">
              <a:lnSpc>
                <a:spcPct val="115000"/>
              </a:lnSpc>
              <a:buNone/>
              <a:tabLst>
                <a:tab algn="l" pos="0"/>
              </a:tabLst>
            </a:pPr>
            <a:r>
              <a:rPr b="0" lang="en" sz="1600" spc="-1" strike="noStrike">
                <a:solidFill>
                  <a:schemeClr val="dk1"/>
                </a:solidFill>
                <a:latin typeface="Calibri"/>
                <a:ea typeface="Calibri"/>
              </a:rPr>
              <a:t>Tidak ada riwayat penyakit serupa di keluarga. Adik perempuan pasien berusia 3 tahun, dikatakan sehat.</a:t>
            </a:r>
            <a:endParaRPr b="0" lang="en-US" sz="1600" spc="-1" strike="noStrike">
              <a:solidFill>
                <a:srgbClr val="000000"/>
              </a:solidFill>
              <a:latin typeface="Arial"/>
            </a:endParaRPr>
          </a:p>
          <a:p>
            <a:pPr indent="0" algn="just">
              <a:lnSpc>
                <a:spcPct val="115000"/>
              </a:lnSpc>
              <a:buNone/>
              <a:tabLst>
                <a:tab algn="l" pos="0"/>
              </a:tabLst>
            </a:pPr>
            <a:endParaRPr b="0" lang="en-US" sz="1600" spc="-1" strike="noStrike">
              <a:solidFill>
                <a:srgbClr val="000000"/>
              </a:solidFill>
              <a:latin typeface="Arial"/>
            </a:endParaRPr>
          </a:p>
          <a:p>
            <a:pPr indent="0" algn="just">
              <a:lnSpc>
                <a:spcPct val="115000"/>
              </a:lnSpc>
              <a:buNone/>
              <a:tabLst>
                <a:tab algn="l" pos="0"/>
              </a:tabLst>
            </a:pPr>
            <a:r>
              <a:rPr b="0" lang="en" sz="1600" spc="-1" strike="noStrike">
                <a:solidFill>
                  <a:schemeClr val="dk1"/>
                </a:solidFill>
                <a:latin typeface="Calibri"/>
                <a:ea typeface="Calibri"/>
              </a:rPr>
              <a:t>Tidak ada riwayat alergi atau sakit berat pada ayah dan ibu pasien.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p:nvPr>
        </p:nvSpPr>
        <p:spPr>
          <a:xfrm>
            <a:off x="628560" y="1369080"/>
            <a:ext cx="388584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1" lang="en" sz="2100" spc="-1" strike="noStrike">
                <a:solidFill>
                  <a:schemeClr val="dk1"/>
                </a:solidFill>
                <a:latin typeface="Calibri"/>
                <a:ea typeface="Calibri"/>
              </a:rPr>
              <a:t>Kehamilan dan Persalinan</a:t>
            </a:r>
            <a:endParaRPr b="0" lang="en-US" sz="2100" spc="-1" strike="noStrike">
              <a:solidFill>
                <a:srgbClr val="000000"/>
              </a:solidFill>
              <a:latin typeface="Arial"/>
            </a:endParaRPr>
          </a:p>
          <a:p>
            <a:pPr indent="0" algn="just">
              <a:lnSpc>
                <a:spcPct val="90000"/>
              </a:lnSpc>
              <a:spcBef>
                <a:spcPts val="799"/>
              </a:spcBef>
              <a:buNone/>
              <a:tabLst>
                <a:tab algn="l" pos="0"/>
              </a:tabLst>
            </a:pPr>
            <a:r>
              <a:rPr b="0" lang="en" sz="2100" spc="-1" strike="noStrike">
                <a:solidFill>
                  <a:schemeClr val="dk1"/>
                </a:solidFill>
                <a:latin typeface="Calibri"/>
                <a:ea typeface="Calibri"/>
              </a:rPr>
              <a:t>Pasien anak pertama dari 2 bersaudara, lahir normal cukup bulan, berat dan panjang lahir tidak diketahui.</a:t>
            </a:r>
            <a:endParaRPr b="0" lang="en-US" sz="2100" spc="-1" strike="noStrike">
              <a:solidFill>
                <a:srgbClr val="000000"/>
              </a:solidFill>
              <a:latin typeface="Arial"/>
            </a:endParaRPr>
          </a:p>
        </p:txBody>
      </p:sp>
      <p:sp>
        <p:nvSpPr>
          <p:cNvPr id="41" name="PlaceHolder 2"/>
          <p:cNvSpPr>
            <a:spLocks noGrp="1"/>
          </p:cNvSpPr>
          <p:nvPr>
            <p:ph/>
          </p:nvPr>
        </p:nvSpPr>
        <p:spPr>
          <a:xfrm>
            <a:off x="4960080" y="1205280"/>
            <a:ext cx="3555000" cy="131940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1" lang="en" sz="2100" spc="-1" strike="noStrike">
                <a:solidFill>
                  <a:schemeClr val="dk1"/>
                </a:solidFill>
                <a:latin typeface="Calibri"/>
                <a:ea typeface="Calibri"/>
              </a:rPr>
              <a:t>Riwayat imunisasi</a:t>
            </a:r>
            <a:endParaRPr b="0" lang="en-US" sz="2100" spc="-1" strike="noStrike">
              <a:solidFill>
                <a:srgbClr val="000000"/>
              </a:solidFill>
              <a:latin typeface="Arial"/>
            </a:endParaRPr>
          </a:p>
          <a:p>
            <a:pPr indent="0">
              <a:lnSpc>
                <a:spcPct val="100000"/>
              </a:lnSpc>
              <a:spcBef>
                <a:spcPts val="1001"/>
              </a:spcBef>
              <a:buNone/>
              <a:tabLst>
                <a:tab algn="l" pos="0"/>
              </a:tabLst>
            </a:pPr>
            <a:r>
              <a:rPr b="0" lang="en" sz="2100" spc="-1" strike="noStrike">
                <a:solidFill>
                  <a:schemeClr val="dk1"/>
                </a:solidFill>
                <a:latin typeface="Calibri"/>
                <a:ea typeface="Calibri"/>
              </a:rPr>
              <a:t>Ayah tidak mengetahui pasti imunisasi pasien, dikatakan lengkap</a:t>
            </a:r>
            <a:endParaRPr b="0" lang="en-US" sz="2100" spc="-1" strike="noStrike">
              <a:solidFill>
                <a:srgbClr val="000000"/>
              </a:solidFill>
              <a:latin typeface="Arial"/>
            </a:endParaRPr>
          </a:p>
          <a:p>
            <a:pPr indent="0">
              <a:lnSpc>
                <a:spcPct val="100000"/>
              </a:lnSpc>
              <a:spcBef>
                <a:spcPts val="1001"/>
              </a:spcBef>
              <a:buNone/>
              <a:tabLst>
                <a:tab algn="l" pos="0"/>
              </a:tabLst>
            </a:pPr>
            <a:endParaRPr b="0" lang="en-US" sz="2100" spc="-1" strike="noStrike">
              <a:solidFill>
                <a:srgbClr val="000000"/>
              </a:solidFill>
              <a:latin typeface="Arial"/>
            </a:endParaRPr>
          </a:p>
          <a:p>
            <a:pPr indent="0">
              <a:lnSpc>
                <a:spcPct val="115000"/>
              </a:lnSpc>
              <a:buNone/>
              <a:tabLst>
                <a:tab algn="l" pos="0"/>
              </a:tabLst>
            </a:pPr>
            <a:endParaRPr b="0" lang="en-US" sz="2100" spc="-1" strike="noStrike">
              <a:solidFill>
                <a:srgbClr val="000000"/>
              </a:solidFill>
              <a:latin typeface="Arial"/>
            </a:endParaRPr>
          </a:p>
          <a:p>
            <a:pPr indent="0">
              <a:lnSpc>
                <a:spcPct val="90000"/>
              </a:lnSpc>
              <a:spcBef>
                <a:spcPts val="799"/>
              </a:spcBef>
              <a:buNone/>
              <a:tabLst>
                <a:tab algn="l" pos="0"/>
              </a:tabLst>
            </a:pPr>
            <a:endParaRPr b="0" lang="en-US" sz="2100" spc="-1" strike="noStrike">
              <a:solidFill>
                <a:srgbClr val="000000"/>
              </a:solidFill>
              <a:latin typeface="Arial"/>
            </a:endParaRPr>
          </a:p>
        </p:txBody>
      </p:sp>
      <p:sp>
        <p:nvSpPr>
          <p:cNvPr id="42" name="PlaceHolder 3"/>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Surv</a:t>
            </a:r>
            <a:r>
              <a:rPr b="0" lang="en" sz="3000" spc="-1" strike="noStrike">
                <a:solidFill>
                  <a:schemeClr val="dk1"/>
                </a:solidFill>
                <a:latin typeface="Calibri"/>
                <a:ea typeface="Calibri"/>
              </a:rPr>
              <a:t>ei </a:t>
            </a:r>
            <a:r>
              <a:rPr b="0" lang="en" sz="3000" spc="-1" strike="noStrike">
                <a:solidFill>
                  <a:schemeClr val="dk1"/>
                </a:solidFill>
                <a:latin typeface="Calibri"/>
                <a:ea typeface="Calibri"/>
              </a:rPr>
              <a:t>Seku</a:t>
            </a:r>
            <a:r>
              <a:rPr b="0" lang="en" sz="3000" spc="-1" strike="noStrike">
                <a:solidFill>
                  <a:schemeClr val="dk1"/>
                </a:solidFill>
                <a:latin typeface="Calibri"/>
                <a:ea typeface="Calibri"/>
              </a:rPr>
              <a:t>nder</a:t>
            </a:r>
            <a:endParaRPr b="0" lang="en-US" sz="3000" spc="-1" strike="noStrike">
              <a:solidFill>
                <a:srgbClr val="000000"/>
              </a:solidFill>
              <a:latin typeface="Arial"/>
            </a:endParaRPr>
          </a:p>
        </p:txBody>
      </p:sp>
      <p:sp>
        <p:nvSpPr>
          <p:cNvPr id="43" name="PlaceHolder 4"/>
          <p:cNvSpPr>
            <a:spLocks noGrp="1"/>
          </p:cNvSpPr>
          <p:nvPr>
            <p:ph/>
          </p:nvPr>
        </p:nvSpPr>
        <p:spPr>
          <a:xfrm>
            <a:off x="4960080" y="2743920"/>
            <a:ext cx="3555000" cy="131940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1" lang="en" sz="2100" spc="-1" strike="noStrike">
                <a:solidFill>
                  <a:schemeClr val="dk1"/>
                </a:solidFill>
                <a:latin typeface="Calibri"/>
                <a:ea typeface="Calibri"/>
              </a:rPr>
              <a:t>Riwayat sosial</a:t>
            </a:r>
            <a:endParaRPr b="0" lang="en-US" sz="2100" spc="-1" strike="noStrike">
              <a:solidFill>
                <a:srgbClr val="000000"/>
              </a:solidFill>
              <a:latin typeface="Arial"/>
            </a:endParaRPr>
          </a:p>
          <a:p>
            <a:pPr indent="0">
              <a:lnSpc>
                <a:spcPct val="100000"/>
              </a:lnSpc>
              <a:spcBef>
                <a:spcPts val="1001"/>
              </a:spcBef>
              <a:buNone/>
              <a:tabLst>
                <a:tab algn="l" pos="0"/>
              </a:tabLst>
            </a:pPr>
            <a:r>
              <a:rPr b="0" lang="en" sz="2100" spc="-1" strike="noStrike">
                <a:solidFill>
                  <a:schemeClr val="dk1"/>
                </a:solidFill>
                <a:latin typeface="Calibri"/>
                <a:ea typeface="Calibri"/>
              </a:rPr>
              <a:t>Pasien saat ini menjalani pendidikan TK. </a:t>
            </a:r>
            <a:endParaRPr b="0" lang="en-US" sz="2100" spc="-1" strike="noStrike">
              <a:solidFill>
                <a:srgbClr val="000000"/>
              </a:solidFill>
              <a:latin typeface="Arial"/>
            </a:endParaRPr>
          </a:p>
          <a:p>
            <a:pPr indent="0">
              <a:lnSpc>
                <a:spcPct val="115000"/>
              </a:lnSpc>
              <a:buNone/>
              <a:tabLst>
                <a:tab algn="l" pos="0"/>
              </a:tabLst>
            </a:pPr>
            <a:endParaRPr b="0" lang="en-US" sz="2100" spc="-1" strike="noStrike">
              <a:solidFill>
                <a:srgbClr val="000000"/>
              </a:solidFill>
              <a:latin typeface="Arial"/>
            </a:endParaRPr>
          </a:p>
          <a:p>
            <a:pPr indent="0">
              <a:lnSpc>
                <a:spcPct val="90000"/>
              </a:lnSpc>
              <a:spcBef>
                <a:spcPts val="799"/>
              </a:spcBef>
              <a:buNone/>
              <a:tabLst>
                <a:tab algn="l" pos="0"/>
              </a:tabLst>
            </a:pP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p:nvPr>
        </p:nvSpPr>
        <p:spPr>
          <a:xfrm>
            <a:off x="628560" y="1369080"/>
            <a:ext cx="388584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1" lang="en" sz="2100" spc="-1" strike="noStrike">
                <a:solidFill>
                  <a:schemeClr val="dk1"/>
                </a:solidFill>
                <a:latin typeface="Calibri"/>
                <a:ea typeface="Calibri"/>
              </a:rPr>
              <a:t>Nutrisi</a:t>
            </a:r>
            <a:endParaRPr b="0" lang="en-US" sz="2100" spc="-1" strike="noStrike">
              <a:solidFill>
                <a:srgbClr val="000000"/>
              </a:solidFill>
              <a:latin typeface="Arial"/>
            </a:endParaRPr>
          </a:p>
          <a:p>
            <a:pPr indent="0">
              <a:lnSpc>
                <a:spcPct val="90000"/>
              </a:lnSpc>
              <a:spcBef>
                <a:spcPts val="799"/>
              </a:spcBef>
              <a:buNone/>
              <a:tabLst>
                <a:tab algn="l" pos="0"/>
              </a:tabLst>
            </a:pPr>
            <a:r>
              <a:rPr b="0" lang="en" sz="2100" spc="-1" strike="noStrike">
                <a:solidFill>
                  <a:schemeClr val="dk1"/>
                </a:solidFill>
                <a:latin typeface="Calibri"/>
                <a:ea typeface="Calibri"/>
              </a:rPr>
              <a:t>Pasien makan 3x sehari dengan variasi daging ayam, sayur, dan ikan lele. Menjelang manifestasi gejala, pasien diberikan buah bit, suplemen zat besi, dan daging merah, namun tidak terdapat perbaikan gejala. Pasien diberikan ASI selama 2 tahun tanpa diganti susu formula. MPASI dimulai setelah 6 bulan.</a:t>
            </a:r>
            <a:endParaRPr b="0" lang="en-US" sz="2100" spc="-1" strike="noStrike">
              <a:solidFill>
                <a:srgbClr val="000000"/>
              </a:solidFill>
              <a:latin typeface="Arial"/>
            </a:endParaRPr>
          </a:p>
        </p:txBody>
      </p:sp>
      <p:sp>
        <p:nvSpPr>
          <p:cNvPr id="45" name="PlaceHolder 2"/>
          <p:cNvSpPr>
            <a:spLocks noGrp="1"/>
          </p:cNvSpPr>
          <p:nvPr>
            <p:ph/>
          </p:nvPr>
        </p:nvSpPr>
        <p:spPr>
          <a:xfrm>
            <a:off x="4741200" y="1369080"/>
            <a:ext cx="388584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1" lang="en" sz="2100" spc="-1" strike="noStrike">
                <a:solidFill>
                  <a:schemeClr val="dk1"/>
                </a:solidFill>
                <a:latin typeface="Calibri"/>
                <a:ea typeface="Calibri"/>
              </a:rPr>
              <a:t>Riwayat tumbuh kembang</a:t>
            </a:r>
            <a:endParaRPr b="0" lang="en-US" sz="2100" spc="-1" strike="noStrike">
              <a:solidFill>
                <a:srgbClr val="000000"/>
              </a:solidFill>
              <a:latin typeface="Arial"/>
            </a:endParaRPr>
          </a:p>
          <a:p>
            <a:pPr marL="457200" indent="-317520">
              <a:lnSpc>
                <a:spcPct val="90000"/>
              </a:lnSpc>
              <a:spcBef>
                <a:spcPts val="799"/>
              </a:spcBef>
              <a:buClr>
                <a:srgbClr val="000000"/>
              </a:buClr>
              <a:buFont typeface="Arial"/>
              <a:buChar char="•"/>
              <a:tabLst>
                <a:tab algn="l" pos="0"/>
              </a:tabLst>
            </a:pPr>
            <a:r>
              <a:rPr b="0" lang="en" sz="2100" spc="-1" strike="noStrike">
                <a:solidFill>
                  <a:schemeClr val="dk1"/>
                </a:solidFill>
                <a:latin typeface="Calibri"/>
                <a:ea typeface="Calibri"/>
              </a:rPr>
              <a:t>BB 19kg, TB 115cm</a:t>
            </a:r>
            <a:endParaRPr b="0" lang="en-US" sz="2100" spc="-1" strike="noStrike">
              <a:solidFill>
                <a:srgbClr val="000000"/>
              </a:solidFill>
              <a:latin typeface="Arial"/>
            </a:endParaRPr>
          </a:p>
          <a:p>
            <a:pPr marL="457200" indent="-317520">
              <a:lnSpc>
                <a:spcPct val="90000"/>
              </a:lnSpc>
              <a:buClr>
                <a:srgbClr val="000000"/>
              </a:buClr>
              <a:buFont typeface="Arial"/>
              <a:buChar char="•"/>
              <a:tabLst>
                <a:tab algn="l" pos="0"/>
              </a:tabLst>
            </a:pPr>
            <a:r>
              <a:rPr b="0" lang="en" sz="2100" spc="-1" strike="noStrike">
                <a:solidFill>
                  <a:schemeClr val="dk1"/>
                </a:solidFill>
                <a:latin typeface="Calibri"/>
                <a:ea typeface="Calibri"/>
              </a:rPr>
              <a:t>Tumbuh kembang sesuai usia</a:t>
            </a:r>
            <a:endParaRPr b="0" lang="en-US" sz="2100" spc="-1" strike="noStrike">
              <a:solidFill>
                <a:srgbClr val="000000"/>
              </a:solidFill>
              <a:latin typeface="Arial"/>
            </a:endParaRPr>
          </a:p>
          <a:p>
            <a:pPr marL="457200" indent="-317520">
              <a:lnSpc>
                <a:spcPct val="90000"/>
              </a:lnSpc>
              <a:buClr>
                <a:srgbClr val="000000"/>
              </a:buClr>
              <a:buFont typeface="Arial"/>
              <a:buChar char="•"/>
              <a:tabLst>
                <a:tab algn="l" pos="0"/>
              </a:tabLst>
            </a:pPr>
            <a:r>
              <a:rPr b="0" lang="en" sz="2100" spc="-1" strike="noStrike">
                <a:solidFill>
                  <a:schemeClr val="dk1"/>
                </a:solidFill>
                <a:latin typeface="Calibri"/>
                <a:ea typeface="Calibri"/>
              </a:rPr>
              <a:t>Pasien dapat beraktivitas mandiri (makan, minum, membantu pekerjaan rumah) dan aktif bermain </a:t>
            </a:r>
            <a:endParaRPr b="0" lang="en-US" sz="2100" spc="-1" strike="noStrike">
              <a:solidFill>
                <a:srgbClr val="000000"/>
              </a:solidFill>
              <a:latin typeface="Arial"/>
            </a:endParaRPr>
          </a:p>
        </p:txBody>
      </p:sp>
      <p:sp>
        <p:nvSpPr>
          <p:cNvPr id="46" name="PlaceHolder 3"/>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a:t>
            </a:r>
            <a:r>
              <a:rPr b="0" lang="en" sz="3000" spc="-1" strike="noStrike">
                <a:solidFill>
                  <a:schemeClr val="dk1"/>
                </a:solidFill>
                <a:latin typeface="Calibri"/>
                <a:ea typeface="Calibri"/>
              </a:rPr>
              <a:t>u</a:t>
            </a:r>
            <a:r>
              <a:rPr b="0" lang="en" sz="3000" spc="-1" strike="noStrike">
                <a:solidFill>
                  <a:schemeClr val="dk1"/>
                </a:solidFill>
                <a:latin typeface="Calibri"/>
                <a:ea typeface="Calibri"/>
              </a:rPr>
              <a:t>rv</a:t>
            </a:r>
            <a:r>
              <a:rPr b="0" lang="en" sz="3000" spc="-1" strike="noStrike">
                <a:solidFill>
                  <a:schemeClr val="dk1"/>
                </a:solidFill>
                <a:latin typeface="Calibri"/>
                <a:ea typeface="Calibri"/>
              </a:rPr>
              <a:t>ei </a:t>
            </a:r>
            <a:r>
              <a:rPr b="0" lang="en" sz="3000" spc="-1" strike="noStrike">
                <a:solidFill>
                  <a:schemeClr val="dk1"/>
                </a:solidFill>
                <a:latin typeface="Calibri"/>
                <a:ea typeface="Calibri"/>
              </a:rPr>
              <a:t>S</a:t>
            </a:r>
            <a:r>
              <a:rPr b="0" lang="en" sz="3000" spc="-1" strike="noStrike">
                <a:solidFill>
                  <a:schemeClr val="dk1"/>
                </a:solidFill>
                <a:latin typeface="Calibri"/>
                <a:ea typeface="Calibri"/>
              </a:rPr>
              <a:t>e</a:t>
            </a:r>
            <a:r>
              <a:rPr b="0" lang="en" sz="3000" spc="-1" strike="noStrike">
                <a:solidFill>
                  <a:schemeClr val="dk1"/>
                </a:solidFill>
                <a:latin typeface="Calibri"/>
                <a:ea typeface="Calibri"/>
              </a:rPr>
              <a:t>k</a:t>
            </a:r>
            <a:r>
              <a:rPr b="0" lang="en" sz="3000" spc="-1" strike="noStrike">
                <a:solidFill>
                  <a:schemeClr val="dk1"/>
                </a:solidFill>
                <a:latin typeface="Calibri"/>
                <a:ea typeface="Calibri"/>
              </a:rPr>
              <a:t>u</a:t>
            </a:r>
            <a:r>
              <a:rPr b="0" lang="en" sz="3000" spc="-1" strike="noStrike">
                <a:solidFill>
                  <a:schemeClr val="dk1"/>
                </a:solidFill>
                <a:latin typeface="Calibri"/>
                <a:ea typeface="Calibri"/>
              </a:rPr>
              <a:t>n</a:t>
            </a:r>
            <a:r>
              <a:rPr b="0" lang="en" sz="3000" spc="-1" strike="noStrike">
                <a:solidFill>
                  <a:schemeClr val="dk1"/>
                </a:solidFill>
                <a:latin typeface="Calibri"/>
                <a:ea typeface="Calibri"/>
              </a:rPr>
              <a:t>d</a:t>
            </a:r>
            <a:r>
              <a:rPr b="0" lang="en" sz="3000" spc="-1" strike="noStrike">
                <a:solidFill>
                  <a:schemeClr val="dk1"/>
                </a:solidFill>
                <a:latin typeface="Calibri"/>
                <a:ea typeface="Calibri"/>
              </a:rPr>
              <a:t>e</a:t>
            </a:r>
            <a:r>
              <a:rPr b="0" lang="en" sz="3000" spc="-1" strike="noStrike">
                <a:solidFill>
                  <a:schemeClr val="dk1"/>
                </a:solidFill>
                <a:latin typeface="Calibri"/>
                <a:ea typeface="Calibri"/>
              </a:rPr>
              <a:t>r</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p:nvPr>
        </p:nvSpPr>
        <p:spPr>
          <a:xfrm>
            <a:off x="628560" y="1369080"/>
            <a:ext cx="3885840" cy="3263040"/>
          </a:xfrm>
          <a:prstGeom prst="rect">
            <a:avLst/>
          </a:prstGeom>
          <a:noFill/>
          <a:ln w="0">
            <a:noFill/>
          </a:ln>
        </p:spPr>
        <p:txBody>
          <a:bodyPr lIns="68400" rIns="68400" tIns="34200" bIns="34200" anchor="t">
            <a:noAutofit/>
          </a:bodyPr>
          <a:p>
            <a:pPr marL="457200" indent="-317520">
              <a:lnSpc>
                <a:spcPct val="115000"/>
              </a:lnSpc>
              <a:buClr>
                <a:srgbClr val="000000"/>
              </a:buClr>
              <a:buFont typeface="Arial"/>
              <a:buChar char="•"/>
            </a:pPr>
            <a:r>
              <a:rPr b="0" lang="en" sz="2100" spc="-1" strike="noStrike">
                <a:solidFill>
                  <a:schemeClr val="dk1"/>
                </a:solidFill>
                <a:latin typeface="Calibri"/>
                <a:ea typeface="Calibri"/>
              </a:rPr>
              <a:t>BB/U: 86% (Normal / Gizi Baik)</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lang="en" sz="2100" spc="-1" strike="noStrike">
                <a:solidFill>
                  <a:schemeClr val="dk1"/>
                </a:solidFill>
                <a:latin typeface="Calibri"/>
                <a:ea typeface="Calibri"/>
              </a:rPr>
              <a:t>TB/U: Percentil 10-25 (Perawakan normal)</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lang="en" sz="2100" spc="-1" strike="noStrike">
                <a:solidFill>
                  <a:schemeClr val="dk1"/>
                </a:solidFill>
                <a:latin typeface="Calibri"/>
                <a:ea typeface="Calibri"/>
              </a:rPr>
              <a:t>BB/TB: 92,6% (Gizi Baik)</a:t>
            </a:r>
            <a:endParaRPr b="0" lang="en-US" sz="2100" spc="-1" strike="noStrike">
              <a:solidFill>
                <a:srgbClr val="000000"/>
              </a:solidFill>
              <a:latin typeface="Arial"/>
            </a:endParaRPr>
          </a:p>
          <a:p>
            <a:pPr marL="457200" indent="-317520">
              <a:lnSpc>
                <a:spcPct val="115000"/>
              </a:lnSpc>
              <a:buClr>
                <a:srgbClr val="000000"/>
              </a:buClr>
              <a:buFont typeface="Arial"/>
              <a:buChar char="•"/>
            </a:pPr>
            <a:r>
              <a:rPr b="0" lang="en" sz="2100" spc="-1" strike="noStrike">
                <a:solidFill>
                  <a:schemeClr val="dk1"/>
                </a:solidFill>
                <a:latin typeface="Calibri"/>
                <a:ea typeface="Calibri"/>
              </a:rPr>
              <a:t>RDA: 1.845 kkal</a:t>
            </a:r>
            <a:endParaRPr b="0" lang="en-US" sz="2100" spc="-1" strike="noStrike">
              <a:solidFill>
                <a:srgbClr val="000000"/>
              </a:solidFill>
              <a:latin typeface="Arial"/>
            </a:endParaRPr>
          </a:p>
          <a:p>
            <a:pPr marL="457200" indent="0">
              <a:lnSpc>
                <a:spcPct val="90000"/>
              </a:lnSpc>
              <a:spcBef>
                <a:spcPts val="799"/>
              </a:spcBef>
              <a:buNone/>
              <a:tabLst>
                <a:tab algn="l" pos="0"/>
              </a:tabLst>
            </a:pPr>
            <a:endParaRPr b="0" lang="en-US" sz="2100" spc="-1" strike="noStrike">
              <a:solidFill>
                <a:srgbClr val="000000"/>
              </a:solidFill>
              <a:latin typeface="Arial"/>
            </a:endParaRPr>
          </a:p>
          <a:p>
            <a:pPr marL="343080" indent="-165240">
              <a:lnSpc>
                <a:spcPct val="90000"/>
              </a:lnSpc>
              <a:spcBef>
                <a:spcPts val="799"/>
              </a:spcBef>
              <a:buNone/>
              <a:tabLst>
                <a:tab algn="l" pos="0"/>
              </a:tabLst>
            </a:pPr>
            <a:endParaRPr b="0" lang="en-US" sz="2100" spc="-1" strike="noStrike">
              <a:solidFill>
                <a:srgbClr val="000000"/>
              </a:solidFill>
              <a:latin typeface="Arial"/>
            </a:endParaRPr>
          </a:p>
          <a:p>
            <a:pPr indent="0">
              <a:lnSpc>
                <a:spcPct val="90000"/>
              </a:lnSpc>
              <a:spcBef>
                <a:spcPts val="799"/>
              </a:spcBef>
              <a:buNone/>
              <a:tabLst>
                <a:tab algn="l" pos="0"/>
              </a:tabLst>
            </a:pPr>
            <a:endParaRPr b="0" lang="en-US" sz="2100" spc="-1" strike="noStrike">
              <a:solidFill>
                <a:srgbClr val="000000"/>
              </a:solidFill>
              <a:latin typeface="Arial"/>
            </a:endParaRPr>
          </a:p>
        </p:txBody>
      </p:sp>
      <p:sp>
        <p:nvSpPr>
          <p:cNvPr id="48" name="PlaceHolder 2"/>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St</a:t>
            </a:r>
            <a:r>
              <a:rPr b="0" lang="en" sz="3000" spc="-1" strike="noStrike">
                <a:solidFill>
                  <a:schemeClr val="dk1"/>
                </a:solidFill>
                <a:latin typeface="Calibri"/>
                <a:ea typeface="Calibri"/>
              </a:rPr>
              <a:t>at</a:t>
            </a:r>
            <a:r>
              <a:rPr b="0" lang="en" sz="3000" spc="-1" strike="noStrike">
                <a:solidFill>
                  <a:schemeClr val="dk1"/>
                </a:solidFill>
                <a:latin typeface="Calibri"/>
                <a:ea typeface="Calibri"/>
              </a:rPr>
              <a:t>u</a:t>
            </a:r>
            <a:r>
              <a:rPr b="0" lang="en" sz="3000" spc="-1" strike="noStrike">
                <a:solidFill>
                  <a:schemeClr val="dk1"/>
                </a:solidFill>
                <a:latin typeface="Calibri"/>
                <a:ea typeface="Calibri"/>
              </a:rPr>
              <a:t>s </a:t>
            </a:r>
            <a:r>
              <a:rPr b="0" lang="en" sz="3000" spc="-1" strike="noStrike">
                <a:solidFill>
                  <a:schemeClr val="dk1"/>
                </a:solidFill>
                <a:latin typeface="Calibri"/>
                <a:ea typeface="Calibri"/>
              </a:rPr>
              <a:t>A</a:t>
            </a:r>
            <a:r>
              <a:rPr b="0" lang="en" sz="3000" spc="-1" strike="noStrike">
                <a:solidFill>
                  <a:schemeClr val="dk1"/>
                </a:solidFill>
                <a:latin typeface="Calibri"/>
                <a:ea typeface="Calibri"/>
              </a:rPr>
              <a:t>n</a:t>
            </a:r>
            <a:r>
              <a:rPr b="0" lang="en" sz="3000" spc="-1" strike="noStrike">
                <a:solidFill>
                  <a:schemeClr val="dk1"/>
                </a:solidFill>
                <a:latin typeface="Calibri"/>
                <a:ea typeface="Calibri"/>
              </a:rPr>
              <a:t>tr</a:t>
            </a:r>
            <a:r>
              <a:rPr b="0" lang="en" sz="3000" spc="-1" strike="noStrike">
                <a:solidFill>
                  <a:schemeClr val="dk1"/>
                </a:solidFill>
                <a:latin typeface="Calibri"/>
                <a:ea typeface="Calibri"/>
              </a:rPr>
              <a:t>o</a:t>
            </a:r>
            <a:r>
              <a:rPr b="0" lang="en" sz="3000" spc="-1" strike="noStrike">
                <a:solidFill>
                  <a:schemeClr val="dk1"/>
                </a:solidFill>
                <a:latin typeface="Calibri"/>
                <a:ea typeface="Calibri"/>
              </a:rPr>
              <a:t>p</a:t>
            </a:r>
            <a:r>
              <a:rPr b="0" lang="en" sz="3000" spc="-1" strike="noStrike">
                <a:solidFill>
                  <a:schemeClr val="dk1"/>
                </a:solidFill>
                <a:latin typeface="Calibri"/>
                <a:ea typeface="Calibri"/>
              </a:rPr>
              <a:t>o</a:t>
            </a:r>
            <a:r>
              <a:rPr b="0" lang="en" sz="3000" spc="-1" strike="noStrike">
                <a:solidFill>
                  <a:schemeClr val="dk1"/>
                </a:solidFill>
                <a:latin typeface="Calibri"/>
                <a:ea typeface="Calibri"/>
              </a:rPr>
              <a:t>m</a:t>
            </a:r>
            <a:r>
              <a:rPr b="0" lang="en" sz="3000" spc="-1" strike="noStrike">
                <a:solidFill>
                  <a:schemeClr val="dk1"/>
                </a:solidFill>
                <a:latin typeface="Calibri"/>
                <a:ea typeface="Calibri"/>
              </a:rPr>
              <a:t>et</a:t>
            </a:r>
            <a:r>
              <a:rPr b="0" lang="en" sz="3000" spc="-1" strike="noStrike">
                <a:solidFill>
                  <a:schemeClr val="dk1"/>
                </a:solidFill>
                <a:latin typeface="Calibri"/>
                <a:ea typeface="Calibri"/>
              </a:rPr>
              <a:t>ri</a:t>
            </a:r>
            <a:endParaRPr b="0" lang="en-US" sz="3000" spc="-1" strike="noStrike">
              <a:solidFill>
                <a:srgbClr val="000000"/>
              </a:solidFill>
              <a:latin typeface="Arial"/>
            </a:endParaRPr>
          </a:p>
        </p:txBody>
      </p:sp>
      <p:sp>
        <p:nvSpPr>
          <p:cNvPr id="49" name="Google Shape;106;p10"/>
          <p:cNvSpPr/>
          <p:nvPr/>
        </p:nvSpPr>
        <p:spPr>
          <a:xfrm>
            <a:off x="628560" y="4038480"/>
            <a:ext cx="7816680" cy="38808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1" lang="en" sz="2100" spc="-1" strike="noStrike">
                <a:solidFill>
                  <a:srgbClr val="000000"/>
                </a:solidFill>
                <a:latin typeface="Arial"/>
                <a:ea typeface="Arial"/>
              </a:rPr>
              <a:t>Kesimpulan: Perawakan normal, Gizi baik</a:t>
            </a:r>
            <a:endParaRPr b="0" lang="en-US" sz="2100" spc="-1" strike="noStrike">
              <a:solidFill>
                <a:srgbClr val="000000"/>
              </a:solidFill>
              <a:latin typeface="Arial"/>
            </a:endParaRPr>
          </a:p>
        </p:txBody>
      </p:sp>
      <p:pic>
        <p:nvPicPr>
          <p:cNvPr id="50" name="Google Shape;107;p10" descr=""/>
          <p:cNvPicPr/>
          <p:nvPr/>
        </p:nvPicPr>
        <p:blipFill>
          <a:blip r:embed="rId1"/>
          <a:stretch/>
        </p:blipFill>
        <p:spPr>
          <a:xfrm>
            <a:off x="4514760" y="612720"/>
            <a:ext cx="2389320" cy="333144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p:nvPr>
        </p:nvSpPr>
        <p:spPr>
          <a:xfrm>
            <a:off x="628560" y="1369080"/>
            <a:ext cx="3885840" cy="3263040"/>
          </a:xfrm>
          <a:prstGeom prst="rect">
            <a:avLst/>
          </a:prstGeom>
          <a:noFill/>
          <a:ln w="0">
            <a:noFill/>
          </a:ln>
        </p:spPr>
        <p:txBody>
          <a:bodyPr lIns="68400" rIns="68400" tIns="34200" bIns="34200" anchor="t">
            <a:noAutofit/>
          </a:bodyPr>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Keadaan Umum: Tampak sakit sedang</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Kesadaran: GCS15 E4M6V5</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Laju nadi: 112x/menit, reguler, teraba kuat, isi cukup</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Tekanan darah: 93/67 mmHg </a:t>
            </a:r>
            <a:endParaRPr b="0" lang="en-US" sz="2100" spc="-1" strike="noStrike">
              <a:solidFill>
                <a:srgbClr val="000000"/>
              </a:solidFill>
              <a:latin typeface="Arial"/>
            </a:endParaRPr>
          </a:p>
        </p:txBody>
      </p:sp>
      <p:sp>
        <p:nvSpPr>
          <p:cNvPr id="52" name="PlaceHolder 2"/>
          <p:cNvSpPr>
            <a:spLocks noGrp="1"/>
          </p:cNvSpPr>
          <p:nvPr>
            <p:ph/>
          </p:nvPr>
        </p:nvSpPr>
        <p:spPr>
          <a:xfrm>
            <a:off x="4629240" y="1369080"/>
            <a:ext cx="3885840" cy="3263040"/>
          </a:xfrm>
          <a:prstGeom prst="rect">
            <a:avLst/>
          </a:prstGeom>
          <a:noFill/>
          <a:ln w="0">
            <a:noFill/>
          </a:ln>
        </p:spPr>
        <p:txBody>
          <a:bodyPr lIns="68400" rIns="68400" tIns="34200" bIns="34200" anchor="t">
            <a:noAutofit/>
          </a:bodyPr>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Laju napas: 22x/menit, reguler, napas dalam, abdominotorakal</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Saturasi Oksigen: 99% on RA</a:t>
            </a:r>
            <a:endParaRPr b="0" lang="en-US" sz="2100" spc="-1" strike="noStrike">
              <a:solidFill>
                <a:srgbClr val="000000"/>
              </a:solidFill>
              <a:latin typeface="Arial"/>
            </a:endParaRPr>
          </a:p>
          <a:p>
            <a:pPr marL="343080" indent="-254160">
              <a:lnSpc>
                <a:spcPct val="90000"/>
              </a:lnSpc>
              <a:spcBef>
                <a:spcPts val="799"/>
              </a:spcBef>
              <a:buClr>
                <a:srgbClr val="000000"/>
              </a:buClr>
              <a:buFont typeface="Arial"/>
              <a:buChar char="•"/>
            </a:pPr>
            <a:r>
              <a:rPr b="0" lang="en" sz="2100" spc="-1" strike="noStrike">
                <a:solidFill>
                  <a:schemeClr val="dk1"/>
                </a:solidFill>
                <a:latin typeface="Calibri"/>
                <a:ea typeface="Calibri"/>
              </a:rPr>
              <a:t>Suhu: 37,3C</a:t>
            </a:r>
            <a:endParaRPr b="0" lang="en-US" sz="2100" spc="-1" strike="noStrike">
              <a:solidFill>
                <a:srgbClr val="000000"/>
              </a:solidFill>
              <a:latin typeface="Arial"/>
            </a:endParaRPr>
          </a:p>
        </p:txBody>
      </p:sp>
      <p:sp>
        <p:nvSpPr>
          <p:cNvPr id="53" name="PlaceHolder 3"/>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P</a:t>
            </a:r>
            <a:r>
              <a:rPr b="0" lang="en" sz="3000" spc="-1" strike="noStrike">
                <a:solidFill>
                  <a:schemeClr val="dk1"/>
                </a:solidFill>
                <a:latin typeface="Calibri"/>
                <a:ea typeface="Calibri"/>
              </a:rPr>
              <a:t>e</a:t>
            </a:r>
            <a:r>
              <a:rPr b="0" lang="en" sz="3000" spc="-1" strike="noStrike">
                <a:solidFill>
                  <a:schemeClr val="dk1"/>
                </a:solidFill>
                <a:latin typeface="Calibri"/>
                <a:ea typeface="Calibri"/>
              </a:rPr>
              <a:t>m</a:t>
            </a:r>
            <a:r>
              <a:rPr b="0" lang="en" sz="3000" spc="-1" strike="noStrike">
                <a:solidFill>
                  <a:schemeClr val="dk1"/>
                </a:solidFill>
                <a:latin typeface="Calibri"/>
                <a:ea typeface="Calibri"/>
              </a:rPr>
              <a:t>e</a:t>
            </a:r>
            <a:r>
              <a:rPr b="0" lang="en" sz="3000" spc="-1" strike="noStrike">
                <a:solidFill>
                  <a:schemeClr val="dk1"/>
                </a:solidFill>
                <a:latin typeface="Calibri"/>
                <a:ea typeface="Calibri"/>
              </a:rPr>
              <a:t>ri</a:t>
            </a:r>
            <a:r>
              <a:rPr b="0" lang="en" sz="3000" spc="-1" strike="noStrike">
                <a:solidFill>
                  <a:schemeClr val="dk1"/>
                </a:solidFill>
                <a:latin typeface="Calibri"/>
                <a:ea typeface="Calibri"/>
              </a:rPr>
              <a:t>k</a:t>
            </a:r>
            <a:r>
              <a:rPr b="0" lang="en" sz="3000" spc="-1" strike="noStrike">
                <a:solidFill>
                  <a:schemeClr val="dk1"/>
                </a:solidFill>
                <a:latin typeface="Calibri"/>
                <a:ea typeface="Calibri"/>
              </a:rPr>
              <a:t>s</a:t>
            </a:r>
            <a:r>
              <a:rPr b="0" lang="en" sz="3000" spc="-1" strike="noStrike">
                <a:solidFill>
                  <a:schemeClr val="dk1"/>
                </a:solidFill>
                <a:latin typeface="Calibri"/>
                <a:ea typeface="Calibri"/>
              </a:rPr>
              <a:t>a</a:t>
            </a:r>
            <a:r>
              <a:rPr b="0" lang="en" sz="3000" spc="-1" strike="noStrike">
                <a:solidFill>
                  <a:schemeClr val="dk1"/>
                </a:solidFill>
                <a:latin typeface="Calibri"/>
                <a:ea typeface="Calibri"/>
              </a:rPr>
              <a:t>a</a:t>
            </a:r>
            <a:r>
              <a:rPr b="0" lang="en" sz="3000" spc="-1" strike="noStrike">
                <a:solidFill>
                  <a:schemeClr val="dk1"/>
                </a:solidFill>
                <a:latin typeface="Calibri"/>
                <a:ea typeface="Calibri"/>
              </a:rPr>
              <a:t>n </a:t>
            </a:r>
            <a:r>
              <a:rPr b="0" lang="en" sz="3000" spc="-1" strike="noStrike">
                <a:solidFill>
                  <a:schemeClr val="dk1"/>
                </a:solidFill>
                <a:latin typeface="Calibri"/>
                <a:ea typeface="Calibri"/>
              </a:rPr>
              <a:t>Fi</a:t>
            </a:r>
            <a:r>
              <a:rPr b="0" lang="en" sz="3000" spc="-1" strike="noStrike">
                <a:solidFill>
                  <a:schemeClr val="dk1"/>
                </a:solidFill>
                <a:latin typeface="Calibri"/>
                <a:ea typeface="Calibri"/>
              </a:rPr>
              <a:t>si</a:t>
            </a:r>
            <a:r>
              <a:rPr b="0" lang="en" sz="3000" spc="-1" strike="noStrike">
                <a:solidFill>
                  <a:schemeClr val="dk1"/>
                </a:solidFill>
                <a:latin typeface="Calibri"/>
                <a:ea typeface="Calibri"/>
              </a:rPr>
              <a:t>s</a:t>
            </a:r>
            <a:endParaRPr b="0" lang="en-US"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4" name="Google Shape;119;h317392bae216dc08_0_51"/>
          <p:cNvGraphicFramePr/>
          <p:nvPr/>
        </p:nvGraphicFramePr>
        <p:xfrm>
          <a:off x="208440" y="773640"/>
          <a:ext cx="8727120" cy="3887640"/>
        </p:xfrm>
        <a:graphic>
          <a:graphicData uri="http://schemas.openxmlformats.org/drawingml/2006/table">
            <a:tbl>
              <a:tblPr/>
              <a:tblGrid>
                <a:gridCol w="1024560"/>
                <a:gridCol w="7702560"/>
              </a:tblGrid>
              <a:tr h="326880">
                <a:tc>
                  <a:txBody>
                    <a:bodyPr lIns="65160" rIns="65160" tIns="34200" bIns="34200" anchor="ctr">
                      <a:noAutofit/>
                    </a:bodyPr>
                    <a:p>
                      <a:pPr>
                        <a:lnSpc>
                          <a:spcPct val="100000"/>
                        </a:lnSpc>
                        <a:tabLst>
                          <a:tab algn="l" pos="0"/>
                        </a:tabLst>
                      </a:pPr>
                      <a:r>
                        <a:rPr b="0" lang="en" sz="1500" spc="-1" strike="noStrike">
                          <a:solidFill>
                            <a:schemeClr val="lt1"/>
                          </a:solidFill>
                          <a:latin typeface="Arial"/>
                          <a:ea typeface="Arial"/>
                        </a:rPr>
                        <a:t>Organ</a:t>
                      </a:r>
                      <a:endParaRPr b="0" lang="en-US" sz="1500" spc="-1" strike="noStrike">
                        <a:solidFill>
                          <a:srgbClr val="ffffff"/>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000000"/>
                      </a:solidFill>
                      <a:prstDash val="solid"/>
                    </a:lnB>
                    <a:solidFill>
                      <a:schemeClr val="accent5"/>
                    </a:solidFill>
                  </a:tcPr>
                </a:tc>
                <a:tc>
                  <a:txBody>
                    <a:bodyPr lIns="65160" rIns="65160" tIns="34200" bIns="34200" anchor="ctr">
                      <a:noAutofit/>
                    </a:bodyPr>
                    <a:p>
                      <a:pPr algn="ctr">
                        <a:lnSpc>
                          <a:spcPct val="100000"/>
                        </a:lnSpc>
                        <a:tabLst>
                          <a:tab algn="l" pos="0"/>
                        </a:tabLst>
                      </a:pPr>
                      <a:r>
                        <a:rPr b="0" lang="en" sz="1500" spc="-1" strike="noStrike">
                          <a:solidFill>
                            <a:schemeClr val="lt1"/>
                          </a:solidFill>
                          <a:latin typeface="Arial"/>
                          <a:ea typeface="Arial"/>
                        </a:rPr>
                        <a:t>Deskripsi</a:t>
                      </a:r>
                      <a:endParaRPr b="0" lang="en-US" sz="1500" spc="-1" strike="noStrike">
                        <a:solidFill>
                          <a:srgbClr val="ffffff"/>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000000"/>
                      </a:solidFill>
                      <a:prstDash val="solid"/>
                    </a:lnB>
                    <a:solidFill>
                      <a:schemeClr val="accent5"/>
                    </a:solidFill>
                  </a:tcPr>
                </a:tc>
              </a:tr>
              <a:tr h="44136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Kepala</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4472c4"/>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Normocephali</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lt1"/>
                    </a:solidFill>
                  </a:tcPr>
                </a:tc>
              </a:tr>
              <a:tr h="44136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Wajah</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Tidak ada dismorfik, gerakan wajah kesan simetris, tidak ada moon-face. </a:t>
                      </a:r>
                      <a:r>
                        <a:rPr b="1" lang="en" sz="1300" spc="-1" strike="noStrike">
                          <a:solidFill>
                            <a:schemeClr val="dk1"/>
                          </a:solidFill>
                          <a:latin typeface="Arial"/>
                          <a:ea typeface="Arial"/>
                        </a:rPr>
                        <a:t>Terdapat karakteristik facies Cooley (pangkal hidung rendah, wajah bagian tengah datar, filtrum halus)</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000000"/>
                      </a:solidFill>
                      <a:prstDash val="solid"/>
                    </a:lnT>
                    <a:lnB w="9360">
                      <a:solidFill>
                        <a:srgbClr val="000000"/>
                      </a:solidFill>
                      <a:prstDash val="solid"/>
                    </a:lnB>
                    <a:solidFill>
                      <a:schemeClr val="lt1"/>
                    </a:solidFill>
                  </a:tcPr>
                </a:tc>
              </a:tr>
              <a:tr h="44136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Mata</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4472c4"/>
                      </a:solidFill>
                      <a:prstDash val="solid"/>
                    </a:lnB>
                    <a:solidFill>
                      <a:schemeClr val="lt1"/>
                    </a:solidFill>
                  </a:tcPr>
                </a:tc>
                <a:tc>
                  <a:txBody>
                    <a:bodyPr lIns="65160" rIns="65160" tIns="34200" bIns="34200" anchor="ctr">
                      <a:noAutofit/>
                    </a:bodyPr>
                    <a:p>
                      <a:pPr>
                        <a:lnSpc>
                          <a:spcPct val="100000"/>
                        </a:lnSpc>
                        <a:tabLst>
                          <a:tab algn="l" pos="0"/>
                        </a:tabLst>
                      </a:pPr>
                      <a:r>
                        <a:rPr b="1" lang="en" sz="1300" spc="-1" strike="noStrike">
                          <a:solidFill>
                            <a:srgbClr val="000000"/>
                          </a:solidFill>
                          <a:latin typeface="Arial"/>
                          <a:ea typeface="Arial"/>
                        </a:rPr>
                        <a:t>Konjungtiva anemis</a:t>
                      </a:r>
                      <a:r>
                        <a:rPr b="0" lang="en" sz="1300" spc="-1" strike="noStrike">
                          <a:solidFill>
                            <a:srgbClr val="000000"/>
                          </a:solidFill>
                          <a:latin typeface="Arial"/>
                          <a:ea typeface="Arial"/>
                        </a:rPr>
                        <a:t>, sklera tidak ikterik, gerakan bola mata baik, palpebra tidak edema, pupil isokor, refleks cahaya langsung dan tidak langsung (++/++)</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lt1"/>
                    </a:solidFill>
                  </a:tcPr>
                </a:tc>
              </a:tr>
              <a:tr h="44136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Mulut</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1"/>
                    </a:solidFill>
                  </a:tcPr>
                </a:tc>
                <a:tc>
                  <a:txBody>
                    <a:bodyPr lIns="65160" rIns="65160" tIns="34200" bIns="34200" anchor="ctr">
                      <a:noAutofit/>
                    </a:bodyPr>
                    <a:p>
                      <a:pPr>
                        <a:lnSpc>
                          <a:spcPct val="100000"/>
                        </a:lnSpc>
                        <a:tabLst>
                          <a:tab algn="l" pos="0"/>
                        </a:tabLst>
                      </a:pPr>
                      <a:r>
                        <a:rPr b="1" lang="en" sz="1300" spc="-1" strike="noStrike">
                          <a:solidFill>
                            <a:schemeClr val="dk1"/>
                          </a:solidFill>
                          <a:latin typeface="Arial"/>
                          <a:ea typeface="Arial"/>
                        </a:rPr>
                        <a:t>Bibir dan mukosa basah namun tampak pucat</a:t>
                      </a:r>
                      <a:r>
                        <a:rPr b="0" lang="en" sz="1300" spc="-1" strike="noStrike">
                          <a:solidFill>
                            <a:schemeClr val="dk1"/>
                          </a:solidFill>
                          <a:latin typeface="Arial"/>
                          <a:ea typeface="Arial"/>
                        </a:rPr>
                        <a:t>, tidak terdapat sianosis, tidak ada coated tongue, faring tidak hiperemis, tidak terdapat sariawan</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000000"/>
                      </a:solidFill>
                      <a:prstDash val="solid"/>
                    </a:lnT>
                    <a:lnB w="9360">
                      <a:solidFill>
                        <a:srgbClr val="000000"/>
                      </a:solidFill>
                      <a:prstDash val="solid"/>
                    </a:lnB>
                    <a:solidFill>
                      <a:schemeClr val="lt1"/>
                    </a:solidFill>
                  </a:tcPr>
                </a:tc>
              </a:tr>
              <a:tr h="33948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Leher</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4472c4"/>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KGB tidak teraba, Tiroid tidak membesar</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lt1"/>
                    </a:solidFill>
                  </a:tcPr>
                </a:tc>
              </a:tr>
              <a:tr h="33948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Jantung</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S1-S2 reguler, tidak ada murmur, tidak ada gallop</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000000"/>
                      </a:solidFill>
                      <a:prstDash val="solid"/>
                    </a:lnT>
                    <a:lnB w="9360">
                      <a:solidFill>
                        <a:srgbClr val="000000"/>
                      </a:solidFill>
                      <a:prstDash val="solid"/>
                    </a:lnB>
                    <a:solidFill>
                      <a:schemeClr val="lt1"/>
                    </a:solidFill>
                  </a:tcPr>
                </a:tc>
              </a:tr>
              <a:tr h="33948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Paru</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4472c4"/>
                      </a:solidFill>
                      <a:prstDash val="solid"/>
                    </a:lnB>
                    <a:solidFill>
                      <a:schemeClr val="lt1"/>
                    </a:solidFill>
                  </a:tcPr>
                </a:tc>
                <a:tc>
                  <a:txBody>
                    <a:bodyPr lIns="65160" rIns="65160" tIns="34200" bIns="34200" anchor="ctr">
                      <a:noAutofit/>
                    </a:bodyPr>
                    <a:p>
                      <a:pPr>
                        <a:lnSpc>
                          <a:spcPct val="115000"/>
                        </a:lnSpc>
                        <a:tabLst>
                          <a:tab algn="l" pos="0"/>
                        </a:tabLst>
                      </a:pPr>
                      <a:r>
                        <a:rPr b="0" lang="en" sz="1300" spc="-1" strike="noStrike">
                          <a:solidFill>
                            <a:schemeClr val="dk1"/>
                          </a:solidFill>
                          <a:latin typeface="Arial"/>
                          <a:ea typeface="Arial"/>
                        </a:rPr>
                        <a:t>Paru mengembang simetris, vesikuler (+/+), ronki (+/+), wheezing (-/-)</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lt1"/>
                    </a:solidFill>
                  </a:tcPr>
                </a:tc>
              </a:tr>
              <a:tr h="33948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Abdomen</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000000"/>
                      </a:solidFill>
                      <a:prstDash val="solid"/>
                    </a:lnT>
                    <a:lnB w="9360">
                      <a:solidFill>
                        <a:srgbClr val="000000"/>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Supel, bising usus positif. Datar, supel, </a:t>
                      </a:r>
                      <a:r>
                        <a:rPr b="1" lang="en" sz="1300" spc="-1" strike="noStrike">
                          <a:solidFill>
                            <a:schemeClr val="dk1"/>
                          </a:solidFill>
                          <a:latin typeface="Arial"/>
                          <a:ea typeface="Arial"/>
                        </a:rPr>
                        <a:t>nyeri tekan (+) epigastrium, splenomegali teraba schuffner 2</a:t>
                      </a:r>
                      <a:r>
                        <a:rPr b="0" lang="en" sz="1300" spc="-1" strike="noStrike">
                          <a:solidFill>
                            <a:schemeClr val="dk1"/>
                          </a:solidFill>
                          <a:latin typeface="Arial"/>
                          <a:ea typeface="Arial"/>
                        </a:rPr>
                        <a:t>.</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000000"/>
                      </a:solidFill>
                      <a:prstDash val="solid"/>
                    </a:lnT>
                    <a:lnB w="9360">
                      <a:solidFill>
                        <a:srgbClr val="000000"/>
                      </a:solidFill>
                      <a:prstDash val="solid"/>
                    </a:lnB>
                    <a:solidFill>
                      <a:schemeClr val="lt1"/>
                    </a:solidFill>
                  </a:tcPr>
                </a:tc>
              </a:tr>
              <a:tr h="339480">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Ekstremitas</a:t>
                      </a:r>
                      <a:endParaRPr b="0" lang="en-US" sz="1300" spc="-1" strike="noStrike">
                        <a:solidFill>
                          <a:srgbClr val="000000"/>
                        </a:solidFill>
                        <a:latin typeface="Arial"/>
                      </a:endParaRPr>
                    </a:p>
                  </a:txBody>
                  <a:tcPr anchor="ctr" marL="65160" marR="65160">
                    <a:lnL w="9360">
                      <a:solidFill>
                        <a:srgbClr val="4472c4"/>
                      </a:solidFill>
                      <a:prstDash val="solid"/>
                    </a:lnL>
                    <a:lnR w="9360">
                      <a:solidFill>
                        <a:srgbClr val="000000"/>
                      </a:solidFill>
                      <a:prstDash val="solid"/>
                    </a:lnR>
                    <a:lnT w="9360">
                      <a:solidFill>
                        <a:srgbClr val="4472c4"/>
                      </a:solidFill>
                      <a:prstDash val="solid"/>
                    </a:lnT>
                    <a:lnB w="9360">
                      <a:solidFill>
                        <a:srgbClr val="4472c4"/>
                      </a:solidFill>
                      <a:prstDash val="solid"/>
                    </a:lnB>
                    <a:solidFill>
                      <a:schemeClr val="lt1"/>
                    </a:solidFill>
                  </a:tcPr>
                </a:tc>
                <a:tc>
                  <a:txBody>
                    <a:bodyPr lIns="65160" rIns="65160" tIns="34200" bIns="34200" anchor="ctr">
                      <a:noAutofit/>
                    </a:bodyPr>
                    <a:p>
                      <a:pPr>
                        <a:lnSpc>
                          <a:spcPct val="100000"/>
                        </a:lnSpc>
                        <a:tabLst>
                          <a:tab algn="l" pos="0"/>
                        </a:tabLst>
                      </a:pPr>
                      <a:r>
                        <a:rPr b="0" lang="en" sz="1300" spc="-1" strike="noStrike">
                          <a:solidFill>
                            <a:schemeClr val="dk1"/>
                          </a:solidFill>
                          <a:latin typeface="Arial"/>
                          <a:ea typeface="Arial"/>
                        </a:rPr>
                        <a:t>Akral hangat, CRT &lt;2s, Tidak ada edema, Turgor kulit baik</a:t>
                      </a:r>
                      <a:endParaRPr b="0" lang="en-US" sz="1300" spc="-1" strike="noStrike">
                        <a:solidFill>
                          <a:srgbClr val="000000"/>
                        </a:solidFill>
                        <a:latin typeface="Arial"/>
                      </a:endParaRPr>
                    </a:p>
                  </a:txBody>
                  <a:tcPr anchor="ctr" marL="65160" marR="65160">
                    <a:lnL w="9360">
                      <a:solidFill>
                        <a:srgbClr val="000000"/>
                      </a:solidFill>
                      <a:prstDash val="solid"/>
                    </a:lnL>
                    <a:lnR w="9360">
                      <a:solidFill>
                        <a:srgbClr val="4472c4"/>
                      </a:solidFill>
                      <a:prstDash val="solid"/>
                    </a:lnR>
                    <a:lnT w="9360">
                      <a:solidFill>
                        <a:srgbClr val="4472c4"/>
                      </a:solidFill>
                      <a:prstDash val="solid"/>
                    </a:lnT>
                    <a:lnB w="9360">
                      <a:solidFill>
                        <a:srgbClr val="4472c4"/>
                      </a:solidFill>
                      <a:prstDash val="solid"/>
                    </a:lnB>
                    <a:solidFill>
                      <a:schemeClr val="lt1"/>
                    </a:solidFill>
                  </a:tcPr>
                </a:tc>
              </a:tr>
            </a:tbl>
          </a:graphicData>
        </a:graphic>
      </p:graphicFrame>
      <p:sp>
        <p:nvSpPr>
          <p:cNvPr id="55" name="PlaceHolder 1"/>
          <p:cNvSpPr>
            <a:spLocks noGrp="1"/>
          </p:cNvSpPr>
          <p:nvPr>
            <p:ph type="sldNum" idx="6"/>
          </p:nvPr>
        </p:nvSpPr>
        <p:spPr>
          <a:xfrm>
            <a:off x="96480" y="3570120"/>
            <a:ext cx="256680" cy="205200"/>
          </a:xfrm>
          <a:prstGeom prst="rect">
            <a:avLst/>
          </a:prstGeom>
          <a:noFill/>
          <a:ln w="0">
            <a:noFill/>
          </a:ln>
        </p:spPr>
        <p:txBody>
          <a:bodyPr lIns="68400" rIns="68400" tIns="34200" bIns="34200" anchor="ctr">
            <a:noAutofit/>
          </a:bodyPr>
          <a:lstStyle>
            <a:lvl1pPr indent="0" algn="ctr">
              <a:lnSpc>
                <a:spcPct val="100000"/>
              </a:lnSpc>
              <a:buNone/>
              <a:tabLst>
                <a:tab algn="l" pos="0"/>
              </a:tabLst>
              <a:defRPr b="0" lang="en" sz="800" spc="-1" strike="noStrike">
                <a:solidFill>
                  <a:schemeClr val="lt1"/>
                </a:solidFill>
                <a:latin typeface="Calibri"/>
                <a:ea typeface="Calibri"/>
              </a:defRPr>
            </a:lvl1pPr>
          </a:lstStyle>
          <a:p>
            <a:pPr indent="0" algn="ctr">
              <a:lnSpc>
                <a:spcPct val="100000"/>
              </a:lnSpc>
              <a:buNone/>
              <a:tabLst>
                <a:tab algn="l" pos="0"/>
              </a:tabLst>
            </a:pPr>
            <a:fld id="{47DFE1E3-7BDF-46E8-AE28-18C829E972BE}" type="slidenum">
              <a:rPr b="0" lang="en" sz="800" spc="-1" strike="noStrike">
                <a:solidFill>
                  <a:schemeClr val="lt1"/>
                </a:solidFill>
                <a:latin typeface="Calibri"/>
                <a:ea typeface="Calibri"/>
              </a:rPr>
              <a:t>12</a:t>
            </a:fld>
            <a:endParaRPr b="0" lang="en-US"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628560" y="273960"/>
            <a:ext cx="5003280" cy="600120"/>
          </a:xfrm>
          <a:prstGeom prst="rect">
            <a:avLst/>
          </a:prstGeom>
          <a:noFill/>
          <a:ln w="0">
            <a:noFill/>
          </a:ln>
        </p:spPr>
        <p:txBody>
          <a:bodyPr lIns="68400" rIns="68400" tIns="34200" bIns="34200" anchor="ctr">
            <a:normAutofit/>
          </a:bodyPr>
          <a:p>
            <a:pPr indent="0">
              <a:lnSpc>
                <a:spcPct val="90000"/>
              </a:lnSpc>
              <a:buNone/>
              <a:tabLst>
                <a:tab algn="l" pos="0"/>
              </a:tabLst>
            </a:pPr>
            <a:r>
              <a:rPr b="0" lang="en" sz="3000" spc="-1" strike="noStrike">
                <a:solidFill>
                  <a:schemeClr val="dk1"/>
                </a:solidFill>
                <a:latin typeface="Calibri"/>
                <a:ea typeface="Calibri"/>
              </a:rPr>
              <a:t>Pemeriksaan penunjang </a:t>
            </a:r>
            <a:endParaRPr b="0" lang="en-US" sz="3000" spc="-1" strike="noStrike">
              <a:solidFill>
                <a:srgbClr val="000000"/>
              </a:solidFill>
              <a:latin typeface="Arial"/>
            </a:endParaRPr>
          </a:p>
        </p:txBody>
      </p:sp>
      <p:sp>
        <p:nvSpPr>
          <p:cNvPr id="57" name="Google Shape;132;p14"/>
          <p:cNvSpPr/>
          <p:nvPr/>
        </p:nvSpPr>
        <p:spPr>
          <a:xfrm>
            <a:off x="4572000" y="819360"/>
            <a:ext cx="2871720" cy="921960"/>
          </a:xfrm>
          <a:prstGeom prst="rect">
            <a:avLst/>
          </a:prstGeom>
          <a:noFill/>
          <a:ln w="0">
            <a:noFill/>
          </a:ln>
        </p:spPr>
        <p:style>
          <a:lnRef idx="0"/>
          <a:fillRef idx="0"/>
          <a:effectRef idx="0"/>
          <a:fontRef idx="minor"/>
        </p:style>
        <p:txBody>
          <a:bodyPr lIns="68400" rIns="68400" tIns="34200" bIns="34200" anchor="t">
            <a:spAutoFit/>
          </a:bodyPr>
          <a:p>
            <a:pPr>
              <a:lnSpc>
                <a:spcPct val="100000"/>
              </a:lnSpc>
              <a:tabLst>
                <a:tab algn="l" pos="0"/>
              </a:tabLst>
            </a:pPr>
            <a:r>
              <a:rPr b="0" lang="en" sz="1400" spc="-1" strike="noStrike">
                <a:solidFill>
                  <a:srgbClr val="000000"/>
                </a:solidFill>
                <a:latin typeface="Arial"/>
                <a:ea typeface="Arial"/>
              </a:rPr>
              <a:t>Kesimpulan:</a:t>
            </a:r>
            <a:endParaRPr b="0" lang="en-US" sz="1400" spc="-1" strike="noStrike">
              <a:solidFill>
                <a:srgbClr val="000000"/>
              </a:solidFill>
              <a:latin typeface="Arial"/>
            </a:endParaRPr>
          </a:p>
          <a:p>
            <a:pPr>
              <a:lnSpc>
                <a:spcPct val="100000"/>
              </a:lnSpc>
              <a:tabLst>
                <a:tab algn="l" pos="0"/>
              </a:tabLst>
            </a:pPr>
            <a:r>
              <a:rPr b="0" lang="en" sz="1400" spc="-1" strike="noStrike">
                <a:solidFill>
                  <a:srgbClr val="000000"/>
                </a:solidFill>
                <a:latin typeface="Arial"/>
                <a:ea typeface="Arial"/>
              </a:rPr>
              <a:t>Anemia Mikrositik Hipokromik</a:t>
            </a:r>
            <a:endParaRPr b="0" lang="en-US" sz="1400" spc="-1" strike="noStrike">
              <a:solidFill>
                <a:srgbClr val="000000"/>
              </a:solidFill>
              <a:latin typeface="Arial"/>
            </a:endParaRPr>
          </a:p>
          <a:p>
            <a:pPr>
              <a:lnSpc>
                <a:spcPct val="100000"/>
              </a:lnSpc>
              <a:tabLst>
                <a:tab algn="l" pos="0"/>
              </a:tabLst>
            </a:pPr>
            <a:r>
              <a:rPr b="0" lang="en" sz="1400" spc="-1" strike="noStrike">
                <a:solidFill>
                  <a:srgbClr val="000000"/>
                </a:solidFill>
                <a:latin typeface="Arial"/>
                <a:ea typeface="Arial"/>
              </a:rPr>
              <a:t>Leukopenia</a:t>
            </a:r>
            <a:endParaRPr b="0" lang="en-US" sz="1400" spc="-1" strike="noStrike">
              <a:solidFill>
                <a:srgbClr val="000000"/>
              </a:solidFill>
              <a:latin typeface="Arial"/>
            </a:endParaRPr>
          </a:p>
          <a:p>
            <a:pPr>
              <a:lnSpc>
                <a:spcPct val="100000"/>
              </a:lnSpc>
              <a:tabLst>
                <a:tab algn="l" pos="0"/>
              </a:tabLst>
            </a:pPr>
            <a:r>
              <a:rPr b="0" lang="en" sz="1400" spc="-1" strike="noStrike">
                <a:solidFill>
                  <a:srgbClr val="000000"/>
                </a:solidFill>
                <a:latin typeface="Arial"/>
                <a:ea typeface="Arial"/>
              </a:rPr>
              <a:t>Positif infeksi Influenza A</a:t>
            </a:r>
            <a:endParaRPr b="0" lang="en-US" sz="1400" spc="-1" strike="noStrike">
              <a:solidFill>
                <a:srgbClr val="000000"/>
              </a:solidFill>
              <a:latin typeface="Arial"/>
            </a:endParaRPr>
          </a:p>
        </p:txBody>
      </p:sp>
      <p:pic>
        <p:nvPicPr>
          <p:cNvPr id="58" name="Google Shape;133;p14" descr=""/>
          <p:cNvPicPr/>
          <p:nvPr/>
        </p:nvPicPr>
        <p:blipFill>
          <a:blip r:embed="rId1"/>
          <a:srcRect l="0" t="0" r="0" b="43661"/>
          <a:stretch/>
        </p:blipFill>
        <p:spPr>
          <a:xfrm>
            <a:off x="744840" y="760320"/>
            <a:ext cx="3260880" cy="2232720"/>
          </a:xfrm>
          <a:prstGeom prst="rect">
            <a:avLst/>
          </a:prstGeom>
          <a:ln w="0">
            <a:noFill/>
          </a:ln>
        </p:spPr>
      </p:pic>
      <p:pic>
        <p:nvPicPr>
          <p:cNvPr id="59" name="Google Shape;134;p14" descr=""/>
          <p:cNvPicPr/>
          <p:nvPr/>
        </p:nvPicPr>
        <p:blipFill>
          <a:blip r:embed="rId2"/>
          <a:srcRect l="0" t="0" r="0" b="14096"/>
          <a:stretch/>
        </p:blipFill>
        <p:spPr>
          <a:xfrm>
            <a:off x="4316040" y="2174400"/>
            <a:ext cx="4136760" cy="21902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628560" y="20880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Diagnosis akhir</a:t>
            </a:r>
            <a:endParaRPr b="0" lang="en-US" sz="3300" spc="-1" strike="noStrike">
              <a:solidFill>
                <a:srgbClr val="000000"/>
              </a:solidFill>
              <a:latin typeface="Arial"/>
            </a:endParaRPr>
          </a:p>
        </p:txBody>
      </p:sp>
      <p:sp>
        <p:nvSpPr>
          <p:cNvPr id="61" name="PlaceHolder 2"/>
          <p:cNvSpPr>
            <a:spLocks noGrp="1"/>
          </p:cNvSpPr>
          <p:nvPr>
            <p:ph/>
          </p:nvPr>
        </p:nvSpPr>
        <p:spPr>
          <a:xfrm>
            <a:off x="628560" y="1257480"/>
            <a:ext cx="7886520" cy="3263040"/>
          </a:xfrm>
          <a:prstGeom prst="rect">
            <a:avLst/>
          </a:prstGeom>
          <a:noFill/>
          <a:ln w="0">
            <a:noFill/>
          </a:ln>
        </p:spPr>
        <p:txBody>
          <a:bodyPr lIns="68400" rIns="68400" tIns="34200" bIns="34200" anchor="t">
            <a:noAutofit/>
          </a:bodyPr>
          <a:p>
            <a:pPr marL="457200" indent="-361800">
              <a:lnSpc>
                <a:spcPct val="115000"/>
              </a:lnSpc>
              <a:buClr>
                <a:srgbClr val="000000"/>
              </a:buClr>
              <a:buFont typeface="Arial"/>
              <a:buChar char="•"/>
            </a:pPr>
            <a:r>
              <a:rPr b="0" lang="en" sz="2100" spc="-1" strike="noStrike">
                <a:solidFill>
                  <a:schemeClr val="dk1"/>
                </a:solidFill>
                <a:latin typeface="Calibri"/>
                <a:ea typeface="Calibri"/>
              </a:rPr>
              <a:t>Febris H5 e.c Influenza A</a:t>
            </a:r>
            <a:endParaRPr b="0" lang="en-US" sz="2100" spc="-1" strike="noStrike">
              <a:solidFill>
                <a:srgbClr val="000000"/>
              </a:solidFill>
              <a:latin typeface="Arial"/>
            </a:endParaRPr>
          </a:p>
          <a:p>
            <a:pPr marL="457200" indent="-361800">
              <a:lnSpc>
                <a:spcPct val="115000"/>
              </a:lnSpc>
              <a:buClr>
                <a:srgbClr val="000000"/>
              </a:buClr>
              <a:buFont typeface="Arial"/>
              <a:buChar char="•"/>
            </a:pPr>
            <a:r>
              <a:rPr b="0" lang="en" sz="2100" spc="-1" strike="noStrike">
                <a:solidFill>
                  <a:schemeClr val="dk1"/>
                </a:solidFill>
                <a:latin typeface="Calibri"/>
                <a:ea typeface="Calibri"/>
              </a:rPr>
              <a:t>Anemia mikrositik hipokromik e.c. susp. thalassemia mayor</a:t>
            </a:r>
            <a:endParaRPr b="0" lang="en-US" sz="2100" spc="-1" strike="noStrike">
              <a:solidFill>
                <a:srgbClr val="000000"/>
              </a:solidFill>
              <a:latin typeface="Arial"/>
            </a:endParaRPr>
          </a:p>
          <a:p>
            <a:pPr marL="457200" indent="-361800">
              <a:lnSpc>
                <a:spcPct val="115000"/>
              </a:lnSpc>
              <a:buClr>
                <a:srgbClr val="000000"/>
              </a:buClr>
              <a:buFont typeface="Arial"/>
              <a:buChar char="•"/>
            </a:pPr>
            <a:r>
              <a:rPr b="0" lang="en" sz="2100" spc="-1" strike="noStrike">
                <a:solidFill>
                  <a:schemeClr val="dk1"/>
                </a:solidFill>
                <a:latin typeface="Calibri"/>
                <a:ea typeface="Calibri"/>
              </a:rPr>
              <a:t>Perawakan normal, Gizi baik</a:t>
            </a:r>
            <a:endParaRPr b="0" lang="en-US" sz="2100" spc="-1" strike="noStrike">
              <a:solidFill>
                <a:srgbClr val="000000"/>
              </a:solidFill>
              <a:latin typeface="Arial"/>
            </a:endParaRPr>
          </a:p>
          <a:p>
            <a:pPr indent="0">
              <a:lnSpc>
                <a:spcPct val="115000"/>
              </a:lnSpc>
              <a:buNone/>
              <a:tabLst>
                <a:tab algn="l" pos="0"/>
              </a:tabLst>
            </a:pPr>
            <a:endParaRPr b="0" lang="en-US" sz="2100" spc="-1" strike="noStrike">
              <a:solidFill>
                <a:srgbClr val="000000"/>
              </a:solidFill>
              <a:latin typeface="Arial"/>
            </a:endParaRPr>
          </a:p>
          <a:p>
            <a:pPr marL="343080" indent="-165240">
              <a:lnSpc>
                <a:spcPct val="90000"/>
              </a:lnSpc>
              <a:spcBef>
                <a:spcPts val="799"/>
              </a:spcBef>
              <a:buNone/>
              <a:tabLst>
                <a:tab algn="l" pos="0"/>
              </a:tabLst>
            </a:pP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Tatalaksana</a:t>
            </a:r>
            <a:endParaRPr b="0" lang="en-US" sz="3300" spc="-1" strike="noStrike">
              <a:solidFill>
                <a:srgbClr val="000000"/>
              </a:solidFill>
              <a:latin typeface="Arial"/>
            </a:endParaRPr>
          </a:p>
        </p:txBody>
      </p:sp>
      <p:sp>
        <p:nvSpPr>
          <p:cNvPr id="63" name="PlaceHolder 2"/>
          <p:cNvSpPr>
            <a:spLocks noGrp="1"/>
          </p:cNvSpPr>
          <p:nvPr>
            <p:ph/>
          </p:nvPr>
        </p:nvSpPr>
        <p:spPr>
          <a:xfrm>
            <a:off x="628560" y="1165680"/>
            <a:ext cx="788652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0" lang="en" sz="1800" spc="-1" strike="noStrike">
                <a:solidFill>
                  <a:schemeClr val="dk1"/>
                </a:solidFill>
                <a:latin typeface="Calibri"/>
                <a:ea typeface="Calibri"/>
              </a:rPr>
              <a:t>Tata laksana IGD:</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Transfusi PRC bertahap</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Volume (mL) = dHb (target 6 g/dL) x BB x 4 = (6g/dL–4.8g/dL) x 19 kg x 4 = 91,2 mL</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Prevensi Transfusion-Associated Circulatory Overload (TACO) = 10–15 mL/kg/dosis = 15 mL/kg x 19 kg = 285 mL mL</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Jika sudah mencapai 6 g/dL, target diubah menjadi 12 g/dL</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Volume (mL) = dHb (target 12 g/dL) x BB x 4 = (12 g/dL–6g/dL) x 19 kg x 4 = 456 g/dL</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Transfusi 285 mL terlebih dahulu selama 3–4 jam, dilanjutkan 171 g/dL di hari berikutnya</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Tatalaksana</a:t>
            </a:r>
            <a:endParaRPr b="0" lang="en-US" sz="3300" spc="-1" strike="noStrike">
              <a:solidFill>
                <a:srgbClr val="000000"/>
              </a:solidFill>
              <a:latin typeface="Arial"/>
            </a:endParaRPr>
          </a:p>
        </p:txBody>
      </p:sp>
      <p:sp>
        <p:nvSpPr>
          <p:cNvPr id="65" name="PlaceHolder 2"/>
          <p:cNvSpPr>
            <a:spLocks noGrp="1"/>
          </p:cNvSpPr>
          <p:nvPr>
            <p:ph/>
          </p:nvPr>
        </p:nvSpPr>
        <p:spPr>
          <a:xfrm>
            <a:off x="628560" y="1165680"/>
            <a:ext cx="788652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0" lang="en" sz="1800" spc="-1" strike="noStrike">
                <a:solidFill>
                  <a:schemeClr val="dk1"/>
                </a:solidFill>
                <a:latin typeface="Calibri"/>
                <a:ea typeface="Calibri"/>
              </a:rPr>
              <a:t>Tata laksana IGD:</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Cairan rumatan KA-EN 1B</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100 mL/kg/hari (10 kg pertama) = 100 x 19 = 1.9 L/hari</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50 mL/kg/hari (9 kg) = 50 x 9 = 450 mL/hari</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Total: 2.35L/hari = ~100mL/jam</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60 tetes/1 mL x 100 mL/jam = 6000 tetes/jam = 100 tpm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Tatalaksana</a:t>
            </a:r>
            <a:endParaRPr b="0" lang="en-US" sz="3300" spc="-1" strike="noStrike">
              <a:solidFill>
                <a:srgbClr val="000000"/>
              </a:solidFill>
              <a:latin typeface="Arial"/>
            </a:endParaRPr>
          </a:p>
        </p:txBody>
      </p:sp>
      <p:sp>
        <p:nvSpPr>
          <p:cNvPr id="67" name="PlaceHolder 2"/>
          <p:cNvSpPr>
            <a:spLocks noGrp="1"/>
          </p:cNvSpPr>
          <p:nvPr>
            <p:ph/>
          </p:nvPr>
        </p:nvSpPr>
        <p:spPr>
          <a:xfrm>
            <a:off x="628560" y="1165680"/>
            <a:ext cx="7886520" cy="3263040"/>
          </a:xfrm>
          <a:prstGeom prst="rect">
            <a:avLst/>
          </a:prstGeom>
          <a:noFill/>
          <a:ln w="0">
            <a:noFill/>
          </a:ln>
        </p:spPr>
        <p:txBody>
          <a:bodyPr lIns="68400" rIns="68400" tIns="34200" bIns="34200" anchor="t">
            <a:noAutofit/>
          </a:bodyPr>
          <a:p>
            <a:pPr indent="0">
              <a:lnSpc>
                <a:spcPct val="90000"/>
              </a:lnSpc>
              <a:spcBef>
                <a:spcPts val="799"/>
              </a:spcBef>
              <a:buNone/>
              <a:tabLst>
                <a:tab algn="l" pos="0"/>
              </a:tabLst>
            </a:pPr>
            <a:r>
              <a:rPr b="0" lang="en" sz="1800" spc="-1" strike="noStrike">
                <a:solidFill>
                  <a:schemeClr val="dk1"/>
                </a:solidFill>
                <a:latin typeface="Calibri"/>
                <a:ea typeface="Calibri"/>
              </a:rPr>
              <a:t>Antipiretik</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Paracetamol 10–15 mg/kgBB/kali = 190–285 mg per dosis, diulang setiap 6–8 jam. Sediaan sirup 120 mg/5 ml dapat diberikan sebanyak 1,5–2 sendok takar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Tatalaksana</a:t>
            </a:r>
            <a:endParaRPr b="0" lang="en-US" sz="3300" spc="-1" strike="noStrike">
              <a:solidFill>
                <a:srgbClr val="000000"/>
              </a:solidFill>
              <a:latin typeface="Arial"/>
            </a:endParaRPr>
          </a:p>
        </p:txBody>
      </p:sp>
      <p:sp>
        <p:nvSpPr>
          <p:cNvPr id="69" name="PlaceHolder 2"/>
          <p:cNvSpPr>
            <a:spLocks noGrp="1"/>
          </p:cNvSpPr>
          <p:nvPr>
            <p:ph/>
          </p:nvPr>
        </p:nvSpPr>
        <p:spPr>
          <a:xfrm>
            <a:off x="628560" y="1165680"/>
            <a:ext cx="7886520" cy="3263040"/>
          </a:xfrm>
          <a:prstGeom prst="rect">
            <a:avLst/>
          </a:prstGeom>
          <a:noFill/>
          <a:ln w="0">
            <a:noFill/>
          </a:ln>
        </p:spPr>
        <p:txBody>
          <a:bodyPr lIns="68400" rIns="68400" tIns="34200" bIns="34200" anchor="t">
            <a:noAutofit/>
          </a:bodyPr>
          <a:p>
            <a:pPr indent="0">
              <a:lnSpc>
                <a:spcPct val="115000"/>
              </a:lnSpc>
              <a:buNone/>
              <a:tabLst>
                <a:tab algn="l" pos="0"/>
              </a:tabLst>
            </a:pPr>
            <a:r>
              <a:rPr b="0" lang="en" sz="1800" spc="-1" strike="noStrike">
                <a:solidFill>
                  <a:schemeClr val="dk1"/>
                </a:solidFill>
                <a:latin typeface="Calibri"/>
                <a:ea typeface="Calibri"/>
              </a:rPr>
              <a:t>Rencana diagnosis:</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Thalassemia</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Apusan darah tepi -&gt; eritrosit mikrositik hipokromik dengan poikilocytosis, sel target, dan basophilic stippling</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Hitung retikulosit -&gt; normal atau meningkat sedikit</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Uji hemolisis -&gt; peningkatan LDH, hiperbilirubinemia tidak terkonjugasi, haptoglobin rendah. </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Studi besi -&gt; ferritin, serum besi, TIBC -&gt; eksklusi ADB -&gt; ferritin meningkat</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Elektroforesis hemoglobin</a:t>
            </a:r>
            <a:endParaRPr b="0" lang="en-US" sz="1800" spc="-1" strike="noStrike">
              <a:solidFill>
                <a:srgbClr val="000000"/>
              </a:solidFill>
              <a:latin typeface="Arial"/>
            </a:endParaRPr>
          </a:p>
          <a:p>
            <a:pPr lvl="1" marL="9144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Testing genetik</a:t>
            </a:r>
            <a:endParaRPr b="0" lang="en-US" sz="1800" spc="-1" strike="noStrike">
              <a:solidFill>
                <a:srgbClr val="000000"/>
              </a:solidFill>
              <a:latin typeface="Arial"/>
            </a:endParaRPr>
          </a:p>
          <a:p>
            <a:pPr indent="0">
              <a:lnSpc>
                <a:spcPct val="115000"/>
              </a:lnSpc>
              <a:buNone/>
              <a:tabLst>
                <a:tab algn="l" pos="0"/>
              </a:tabLst>
            </a:pPr>
            <a:endParaRPr b="0" lang="en-US" sz="1800" spc="-1" strike="noStrike">
              <a:solidFill>
                <a:srgbClr val="000000"/>
              </a:solidFill>
              <a:latin typeface="Arial"/>
            </a:endParaRPr>
          </a:p>
          <a:p>
            <a:pPr indent="0">
              <a:lnSpc>
                <a:spcPct val="115000"/>
              </a:lnSpc>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628560" y="273960"/>
            <a:ext cx="7886520" cy="993960"/>
          </a:xfrm>
          <a:prstGeom prst="rect">
            <a:avLst/>
          </a:prstGeom>
          <a:noFill/>
          <a:ln w="0">
            <a:noFill/>
          </a:ln>
        </p:spPr>
        <p:txBody>
          <a:bodyPr lIns="68400" rIns="68400" tIns="34200" bIns="34200" anchor="ctr">
            <a:noAutofit/>
          </a:bodyPr>
          <a:p>
            <a:pPr indent="0">
              <a:lnSpc>
                <a:spcPct val="90000"/>
              </a:lnSpc>
              <a:buNone/>
              <a:tabLst>
                <a:tab algn="l" pos="0"/>
              </a:tabLst>
            </a:pPr>
            <a:r>
              <a:rPr b="0" lang="en" sz="3300" spc="-1" strike="noStrike">
                <a:solidFill>
                  <a:schemeClr val="dk1"/>
                </a:solidFill>
                <a:latin typeface="Calibri"/>
                <a:ea typeface="Calibri"/>
              </a:rPr>
              <a:t>Tatalaksana</a:t>
            </a:r>
            <a:endParaRPr b="0" lang="en-US" sz="3300" spc="-1" strike="noStrike">
              <a:solidFill>
                <a:srgbClr val="000000"/>
              </a:solidFill>
              <a:latin typeface="Arial"/>
            </a:endParaRPr>
          </a:p>
        </p:txBody>
      </p:sp>
      <p:sp>
        <p:nvSpPr>
          <p:cNvPr id="71" name="PlaceHolder 2"/>
          <p:cNvSpPr>
            <a:spLocks noGrp="1"/>
          </p:cNvSpPr>
          <p:nvPr>
            <p:ph/>
          </p:nvPr>
        </p:nvSpPr>
        <p:spPr>
          <a:xfrm>
            <a:off x="628560" y="1165680"/>
            <a:ext cx="7886520" cy="3263040"/>
          </a:xfrm>
          <a:prstGeom prst="rect">
            <a:avLst/>
          </a:prstGeom>
          <a:noFill/>
          <a:ln w="0">
            <a:noFill/>
          </a:ln>
        </p:spPr>
        <p:txBody>
          <a:bodyPr lIns="68400" rIns="68400" tIns="34200" bIns="34200" anchor="t">
            <a:noAutofit/>
          </a:bodyPr>
          <a:p>
            <a:pPr indent="0">
              <a:lnSpc>
                <a:spcPct val="115000"/>
              </a:lnSpc>
              <a:buNone/>
              <a:tabLst>
                <a:tab algn="l" pos="0"/>
              </a:tabLst>
            </a:pPr>
            <a:r>
              <a:rPr b="0" lang="en" sz="1800" spc="-1" strike="noStrike">
                <a:solidFill>
                  <a:schemeClr val="dk1"/>
                </a:solidFill>
                <a:latin typeface="Calibri"/>
                <a:ea typeface="Calibri"/>
              </a:rPr>
              <a:t>Rencana monitoring:</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Pantau reaksi transfusi</a:t>
            </a:r>
            <a:endParaRPr b="0" lang="en-US" sz="1800" spc="-1" strike="noStrike">
              <a:solidFill>
                <a:srgbClr val="000000"/>
              </a:solidFill>
              <a:latin typeface="Arial"/>
            </a:endParaRPr>
          </a:p>
          <a:p>
            <a:pPr marL="457200" indent="-343080">
              <a:lnSpc>
                <a:spcPct val="115000"/>
              </a:lnSpc>
              <a:buClr>
                <a:srgbClr val="000000"/>
              </a:buClr>
              <a:buFont typeface="Arial"/>
              <a:buChar char="•"/>
              <a:tabLst>
                <a:tab algn="l" pos="0"/>
              </a:tabLst>
            </a:pPr>
            <a:r>
              <a:rPr b="0" lang="en" sz="1800" spc="-1" strike="noStrike">
                <a:solidFill>
                  <a:schemeClr val="dk1"/>
                </a:solidFill>
                <a:latin typeface="Calibri"/>
                <a:ea typeface="Calibri"/>
              </a:rPr>
              <a:t>Pantau status hemodinamik</a:t>
            </a:r>
            <a:endParaRPr b="0" lang="en-US" sz="1800" spc="-1" strike="noStrike">
              <a:solidFill>
                <a:srgbClr val="000000"/>
              </a:solidFill>
              <a:latin typeface="Arial"/>
            </a:endParaRPr>
          </a:p>
          <a:p>
            <a:pPr indent="0">
              <a:lnSpc>
                <a:spcPct val="115000"/>
              </a:lnSpc>
              <a:buNone/>
              <a:tabLst>
                <a:tab algn="l" pos="0"/>
              </a:tabLst>
            </a:pPr>
            <a:endParaRPr b="0" lang="en-US" sz="1800" spc="-1" strike="noStrike">
              <a:solidFill>
                <a:srgbClr val="000000"/>
              </a:solidFill>
              <a:latin typeface="Arial"/>
            </a:endParaRPr>
          </a:p>
          <a:p>
            <a:pPr indent="0">
              <a:lnSpc>
                <a:spcPct val="115000"/>
              </a:lnSpc>
              <a:buNone/>
              <a:tabLst>
                <a:tab algn="l" pos="0"/>
              </a:tabLs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623880" y="1765800"/>
            <a:ext cx="4291560" cy="1347120"/>
          </a:xfrm>
          <a:prstGeom prst="rect">
            <a:avLst/>
          </a:prstGeom>
          <a:noFill/>
          <a:ln w="0">
            <a:noFill/>
          </a:ln>
        </p:spPr>
        <p:txBody>
          <a:bodyPr lIns="68400" rIns="68400" tIns="34200" bIns="34200" anchor="b">
            <a:normAutofit/>
          </a:bodyPr>
          <a:p>
            <a:pPr indent="0">
              <a:lnSpc>
                <a:spcPct val="90000"/>
              </a:lnSpc>
              <a:buNone/>
              <a:tabLst>
                <a:tab algn="l" pos="0"/>
              </a:tabLst>
            </a:pPr>
            <a:r>
              <a:rPr b="0" lang="en" sz="3300" spc="-1" strike="noStrike">
                <a:solidFill>
                  <a:schemeClr val="dk1"/>
                </a:solidFill>
                <a:latin typeface="Calibri"/>
                <a:ea typeface="Calibri"/>
              </a:rPr>
              <a:t>Terima kasih</a:t>
            </a:r>
            <a:endParaRPr b="0" lang="en-US" sz="3300" spc="-1" strike="noStrike">
              <a:solidFill>
                <a:srgbClr val="000000"/>
              </a:solidFill>
              <a:latin typeface="Arial"/>
            </a:endParaRPr>
          </a:p>
        </p:txBody>
      </p:sp>
      <p:sp>
        <p:nvSpPr>
          <p:cNvPr id="73" name="PlaceHolder 2"/>
          <p:cNvSpPr>
            <a:spLocks noGrp="1"/>
          </p:cNvSpPr>
          <p:nvPr>
            <p:ph/>
          </p:nvPr>
        </p:nvSpPr>
        <p:spPr>
          <a:xfrm>
            <a:off x="628560" y="3603960"/>
            <a:ext cx="6906240" cy="699120"/>
          </a:xfrm>
          <a:prstGeom prst="rect">
            <a:avLst/>
          </a:prstGeom>
          <a:noFill/>
          <a:ln w="0">
            <a:noFill/>
          </a:ln>
        </p:spPr>
        <p:txBody>
          <a:bodyPr lIns="68400" rIns="68400" tIns="34200" bIns="34200" anchor="t">
            <a:noAutofit/>
          </a:bodyPr>
          <a:p>
            <a:pPr indent="0">
              <a:spcBef>
                <a:spcPts val="1417"/>
              </a:spcBef>
              <a:buNone/>
            </a:pPr>
            <a:endParaRPr b="0" lang="en-US" sz="1800" spc="-1" strike="noStrike">
              <a:solidFill>
                <a:schemeClr val="dk1"/>
              </a:solidFill>
              <a:latin typeface="Calibri"/>
              <a:ea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2026-10-07T21:12:26Z</dcterms:modified>
  <cp:revision>1</cp:revision>
  <dc:subject/>
  <dc:title/>
</cp:coreProperties>
</file>